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44" r:id="rId3"/>
    <p:sldId id="257" r:id="rId4"/>
    <p:sldId id="343" r:id="rId5"/>
    <p:sldId id="345" r:id="rId6"/>
    <p:sldId id="351" r:id="rId7"/>
    <p:sldId id="352" r:id="rId8"/>
    <p:sldId id="353" r:id="rId9"/>
    <p:sldId id="354" r:id="rId10"/>
    <p:sldId id="350" r:id="rId11"/>
    <p:sldId id="35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DF6"/>
    <a:srgbClr val="3F3F3F"/>
    <a:srgbClr val="F2A130"/>
    <a:srgbClr val="161719"/>
    <a:srgbClr val="1C1C1C"/>
    <a:srgbClr val="00B0F0"/>
    <a:srgbClr val="141414"/>
    <a:srgbClr val="000000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464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211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17.06.2021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 smtClean="0"/>
              <a:t>11-dars</a:t>
            </a:r>
            <a:endParaRPr lang="en-US" sz="4400" b="1" noProof="1"/>
          </a:p>
          <a:p>
            <a:r>
              <a:rPr lang="en-US" sz="4400" b="1" noProof="1" smtClean="0"/>
              <a:t>SQLite bilan ishlash(davomi)</a:t>
            </a:r>
            <a:endParaRPr lang="en-US" sz="4400" b="1" noProof="1"/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39" y="-213149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             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1011117"/>
            <a:ext cx="7810500" cy="2971800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8027377" y="189036"/>
            <a:ext cx="3871110" cy="2268414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  <a:latin typeface="Comic Sans MS" panose="030F0702030302020204" pitchFamily="66" charset="0"/>
              </a:rPr>
              <a:t>if ichidagi kod xuddi shu fayl asosiy python fayl bo’lgandagina ishlaydi</a:t>
            </a:r>
            <a:endParaRPr lang="en-US" sz="2800" noProof="1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394331" y="1899138"/>
            <a:ext cx="184638" cy="1116624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35269" y="2813538"/>
            <a:ext cx="6629400" cy="123093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5108331" y="1155019"/>
            <a:ext cx="2923224" cy="1041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Скругленный прямоугольник 10"/>
          <p:cNvSpPr/>
          <p:nvPr/>
        </p:nvSpPr>
        <p:spPr>
          <a:xfrm>
            <a:off x="1266091" y="4756638"/>
            <a:ext cx="5196255" cy="1468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/>
              <a:t>Agar shu kod yozilgan fayl boshqa faylga import qilinsa, if ichida yozilgan qism narigi faylda ishlamaydi</a:t>
            </a:r>
            <a:endParaRPr lang="en-US" sz="2400" noProof="1"/>
          </a:p>
        </p:txBody>
      </p:sp>
      <p:pic>
        <p:nvPicPr>
          <p:cNvPr id="12" name="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50941" y="3045036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command-line app 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1591408"/>
            <a:ext cx="7810500" cy="2971800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826912" y="3279531"/>
            <a:ext cx="6743700" cy="143626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429500" y="2505808"/>
            <a:ext cx="141112" cy="91734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422919" y="5111280"/>
            <a:ext cx="5685912" cy="1470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sys.argv terminal orqali yozilgan ma’lumotlarni list sifatida qaytaradi, uning 0-indeksdagi elementi faylimizning nomi bo’ladi</a:t>
            </a:r>
            <a:endParaRPr lang="en-US" sz="2000" noProof="1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cxnSp>
        <p:nvCxnSpPr>
          <p:cNvPr id="10" name="Прямая со стрелкой 9"/>
          <p:cNvCxnSpPr>
            <a:stCxn id="8" idx="0"/>
          </p:cNvCxnSpPr>
          <p:nvPr/>
        </p:nvCxnSpPr>
        <p:spPr>
          <a:xfrm flipH="1" flipV="1">
            <a:off x="3569677" y="3423158"/>
            <a:ext cx="2696198" cy="16881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8104012" y="2206869"/>
            <a:ext cx="3794475" cy="1925516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>
                <a:solidFill>
                  <a:schemeClr val="tx1"/>
                </a:solidFill>
              </a:rPr>
              <a:t>Terminal ichida:</a:t>
            </a:r>
          </a:p>
          <a:p>
            <a:pPr algn="ctr"/>
            <a:endParaRPr lang="en-US" sz="2000" noProof="1" smtClean="0">
              <a:solidFill>
                <a:schemeClr val="tx1"/>
              </a:solidFill>
            </a:endParaRPr>
          </a:p>
          <a:p>
            <a:pPr algn="ctr"/>
            <a:r>
              <a:rPr lang="en-US" sz="2000" noProof="1" smtClean="0">
                <a:solidFill>
                  <a:schemeClr val="tx1"/>
                </a:solidFill>
              </a:rPr>
              <a:t>python asosiy.py Codial</a:t>
            </a:r>
          </a:p>
          <a:p>
            <a:pPr algn="ctr"/>
            <a:r>
              <a:rPr lang="en-US" sz="2000" noProof="1" smtClean="0">
                <a:solidFill>
                  <a:schemeClr val="tx1"/>
                </a:solidFill>
              </a:rPr>
              <a:t>Natija: ['asosiy.py', ‘Codial']</a:t>
            </a:r>
            <a:endParaRPr lang="en-US" sz="20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command-line app 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362544" y="893316"/>
            <a:ext cx="3725443" cy="16492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/>
              <a:t>Fayl nomidan tashqari faqat bitta argument oladigan dastur tuzamiz</a:t>
            </a:r>
            <a:endParaRPr lang="en-US" sz="2000" noProof="1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87" y="1765786"/>
            <a:ext cx="7810500" cy="3790950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4651131" y="4879731"/>
            <a:ext cx="6664569" cy="1143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1218985" y="2672862"/>
            <a:ext cx="114300" cy="2294792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037057" y="5196254"/>
            <a:ext cx="3050930" cy="136280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  <a:latin typeface="Candara Light" panose="020E0502030303020204" pitchFamily="34" charset="0"/>
              </a:rPr>
              <a:t>1 dan ortiq argument berilsa, sys.exit ichidagi xabar chiqadi</a:t>
            </a:r>
            <a:endParaRPr lang="en-US" sz="2400" noProof="1">
              <a:solidFill>
                <a:schemeClr val="tx1"/>
              </a:solidFill>
              <a:latin typeface="Candara Light" panose="020E0502030303020204" pitchFamily="34" charset="0"/>
            </a:endParaRPr>
          </a:p>
        </p:txBody>
      </p:sp>
      <p:cxnSp>
        <p:nvCxnSpPr>
          <p:cNvPr id="13" name="Прямая со стрелкой 12"/>
          <p:cNvCxnSpPr>
            <a:stCxn id="11" idx="3"/>
          </p:cNvCxnSpPr>
          <p:nvPr/>
        </p:nvCxnSpPr>
        <p:spPr>
          <a:xfrm flipV="1">
            <a:off x="4087987" y="4936881"/>
            <a:ext cx="1117059" cy="940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0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1" name="Шестиугольник 10"/>
          <p:cNvSpPr/>
          <p:nvPr/>
        </p:nvSpPr>
        <p:spPr>
          <a:xfrm>
            <a:off x="1661745" y="2286000"/>
            <a:ext cx="1828800" cy="1239715"/>
          </a:xfrm>
          <a:prstGeom prst="hexag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qoshish</a:t>
            </a:r>
            <a:endParaRPr lang="en-US" sz="2800" noProof="1">
              <a:solidFill>
                <a:schemeClr val="tx1"/>
              </a:solidFill>
            </a:endParaRPr>
          </a:p>
        </p:txBody>
      </p:sp>
      <p:sp>
        <p:nvSpPr>
          <p:cNvPr id="12" name="Шестиугольник 11"/>
          <p:cNvSpPr/>
          <p:nvPr/>
        </p:nvSpPr>
        <p:spPr>
          <a:xfrm>
            <a:off x="5181599" y="2286000"/>
            <a:ext cx="1828800" cy="1239715"/>
          </a:xfrm>
          <a:prstGeom prst="hexag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list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Шестиугольник 12"/>
          <p:cNvSpPr/>
          <p:nvPr/>
        </p:nvSpPr>
        <p:spPr>
          <a:xfrm>
            <a:off x="8701453" y="2286000"/>
            <a:ext cx="1828800" cy="1239715"/>
          </a:xfrm>
          <a:prstGeom prst="hexag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qidirish</a:t>
            </a:r>
            <a:endParaRPr lang="en-US" sz="2800" noProof="1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435342" y="4888523"/>
            <a:ext cx="2281605" cy="104628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Yangi ma’lumot qo’shish uchun</a:t>
            </a:r>
            <a:endParaRPr lang="en-US" sz="2400" noProof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858777" y="4123312"/>
            <a:ext cx="2474303" cy="11695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Barcha elementlarni ko’rsatish uchun</a:t>
            </a:r>
            <a:endParaRPr lang="en-US" sz="2400" noProof="1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8701453" y="4888522"/>
            <a:ext cx="2281605" cy="104628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</a:rPr>
              <a:t>Ma’lumot qidirish uchun</a:t>
            </a:r>
            <a:endParaRPr lang="en-US" sz="2400" noProof="1">
              <a:solidFill>
                <a:schemeClr val="tx1"/>
              </a:solidFill>
            </a:endParaRPr>
          </a:p>
        </p:txBody>
      </p:sp>
      <p:cxnSp>
        <p:nvCxnSpPr>
          <p:cNvPr id="18" name="Прямая со стрелкой 17"/>
          <p:cNvCxnSpPr>
            <a:endCxn id="14" idx="0"/>
          </p:cNvCxnSpPr>
          <p:nvPr/>
        </p:nvCxnSpPr>
        <p:spPr>
          <a:xfrm>
            <a:off x="2576144" y="3525715"/>
            <a:ext cx="1" cy="13628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9636444" y="3525714"/>
            <a:ext cx="1" cy="13628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15" idx="0"/>
          </p:cNvCxnSpPr>
          <p:nvPr/>
        </p:nvCxnSpPr>
        <p:spPr>
          <a:xfrm flipH="1">
            <a:off x="6095929" y="3525714"/>
            <a:ext cx="20662" cy="5975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3376246" y="395653"/>
            <a:ext cx="4870206" cy="87043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1" smtClean="0"/>
              <a:t>Mumkin bo’lgan buyruqlar</a:t>
            </a:r>
            <a:endParaRPr lang="en-US" sz="3200" noProof="1"/>
          </a:p>
        </p:txBody>
      </p:sp>
    </p:spTree>
    <p:extLst>
      <p:ext uri="{BB962C8B-B14F-4D97-AF65-F5344CB8AC3E}">
        <p14:creationId xmlns:p14="http://schemas.microsoft.com/office/powerpoint/2010/main" val="97332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command-line app 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857250"/>
            <a:ext cx="11430000" cy="6000750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11087100" y="1723292"/>
            <a:ext cx="167054" cy="3798277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914400" y="5222631"/>
            <a:ext cx="10225454" cy="193431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82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command-line app 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980" y="909105"/>
            <a:ext cx="9630507" cy="5722126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578886" y="3434843"/>
            <a:ext cx="3430406" cy="141851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>
                <a:solidFill>
                  <a:schemeClr val="tx1"/>
                </a:solidFill>
              </a:rPr>
              <a:t>Qo’shish buyrug’i kiritilsa ustunlar uchun input olib, ma’lumotni bazaga qo’shamiz</a:t>
            </a:r>
            <a:endParaRPr lang="en-US" sz="2000" noProof="1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3930162" y="2901462"/>
            <a:ext cx="360484" cy="533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2699238" y="6057900"/>
            <a:ext cx="8721970" cy="167053"/>
          </a:xfrm>
          <a:prstGeom prst="round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1315700" y="1635369"/>
            <a:ext cx="105508" cy="4506057"/>
          </a:xfrm>
          <a:prstGeom prst="round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5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command-line app 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904875"/>
            <a:ext cx="7810500" cy="5505450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394331" y="1837592"/>
            <a:ext cx="131884" cy="4026877"/>
          </a:xfrm>
          <a:prstGeom prst="round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835533" y="4123590"/>
            <a:ext cx="2853482" cy="1494693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  <a:latin typeface="Bell MT" panose="02020503060305020303" pitchFamily="18" charset="0"/>
              </a:rPr>
              <a:t>“list” buyrug’ida hamma kontaktni tagma-tag ekranga chiqaramiz</a:t>
            </a:r>
            <a:endParaRPr lang="en-US" sz="2400" noProof="1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6477" y="5719028"/>
            <a:ext cx="6633796" cy="123092"/>
          </a:xfrm>
          <a:prstGeom prst="roundRect">
            <a:avLst/>
          </a:pr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Прямая со стрелкой 9"/>
          <p:cNvCxnSpPr>
            <a:stCxn id="3" idx="1"/>
          </p:cNvCxnSpPr>
          <p:nvPr/>
        </p:nvCxnSpPr>
        <p:spPr>
          <a:xfrm flipH="1">
            <a:off x="4198762" y="4870937"/>
            <a:ext cx="2636771" cy="5275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28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042" y="926086"/>
            <a:ext cx="4762500" cy="5943600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6348047" y="926086"/>
            <a:ext cx="5202900" cy="1104937"/>
          </a:xfrm>
          <a:prstGeom prst="roundRect">
            <a:avLst/>
          </a:prstGeom>
          <a:solidFill>
            <a:srgbClr val="FFFD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/>
                </a:solidFill>
              </a:rPr>
              <a:t>“qidir” buyrug’i uchun o’zingiz kod yozishga harakat qilib ko’ring</a:t>
            </a:r>
            <a:endParaRPr lang="en-US" sz="2800" noProof="1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552097" y="2574644"/>
            <a:ext cx="5821540" cy="264648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/>
              <a:t>“qidir” tanlansa, foydalanuvchidan qaysi ustun orqali ma’lumot qidirmoqchiligi so’ralsin(ism, familiya, tel). Keyin o’sha ustun uchun input olib, input bo’yicha ma’lumot topilsin</a:t>
            </a:r>
            <a:endParaRPr lang="en-US" sz="2800" noProof="1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command-line app 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88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34" y="1103621"/>
            <a:ext cx="4762500" cy="5514975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                    </a:t>
            </a:r>
            <a:r>
              <a:rPr lang="en-US" b="1" noProof="1" smtClean="0">
                <a:solidFill>
                  <a:srgbClr val="0070C0"/>
                </a:solidFill>
              </a:rPr>
              <a:t>command-line app yaratish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822080" y="5607481"/>
            <a:ext cx="4762500" cy="10111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>
                <a:solidFill>
                  <a:schemeClr val="tx1"/>
                </a:solidFill>
                <a:latin typeface="Corbel" panose="020B0503020204020204" pitchFamily="34" charset="0"/>
              </a:rPr>
              <a:t>Endi huddi shu yozganlarimizni class orqali yozib ko’ramiz</a:t>
            </a:r>
            <a:endParaRPr lang="en-US" sz="2400" noProof="1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75585" y="2723789"/>
            <a:ext cx="4396154" cy="15053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/>
              <a:t>Forma deyarli shu ko’rinishda qoladi, faqat buyruqqa aloqador qismni class ichiga yozamiz</a:t>
            </a:r>
            <a:endParaRPr lang="en-US" sz="2400" noProof="1"/>
          </a:p>
        </p:txBody>
      </p:sp>
    </p:spTree>
    <p:extLst>
      <p:ext uri="{BB962C8B-B14F-4D97-AF65-F5344CB8AC3E}">
        <p14:creationId xmlns:p14="http://schemas.microsoft.com/office/powerpoint/2010/main" val="1560645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414" y="1128364"/>
            <a:ext cx="9179170" cy="45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275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7325</TotalTime>
  <Words>209</Words>
  <Application>Microsoft Office PowerPoint</Application>
  <PresentationFormat>Широкоэкранный</PresentationFormat>
  <Paragraphs>34</Paragraphs>
  <Slides>11</Slides>
  <Notes>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1" baseType="lpstr">
      <vt:lpstr>Yu Gothic Medium</vt:lpstr>
      <vt:lpstr>Arial</vt:lpstr>
      <vt:lpstr>Bell MT</vt:lpstr>
      <vt:lpstr>Calibri</vt:lpstr>
      <vt:lpstr>Calibri Light</vt:lpstr>
      <vt:lpstr>Candara Light</vt:lpstr>
      <vt:lpstr>Comic Sans MS</vt:lpstr>
      <vt:lpstr>Corbel</vt:lpstr>
      <vt:lpstr>Helvetica Neue Medium</vt:lpstr>
      <vt:lpstr>Тема Office</vt:lpstr>
      <vt:lpstr>Презентация PowerPoint</vt:lpstr>
      <vt:lpstr>                                 </vt:lpstr>
      <vt:lpstr>                    command-line app yaratish</vt:lpstr>
      <vt:lpstr>                    command-line app yaratish</vt:lpstr>
      <vt:lpstr>Презентация PowerPoint</vt:lpstr>
      <vt:lpstr>                    command-line app yaratish</vt:lpstr>
      <vt:lpstr>                    command-line app yaratish</vt:lpstr>
      <vt:lpstr>                    command-line app yaratish</vt:lpstr>
      <vt:lpstr>                    command-line app yaratish</vt:lpstr>
      <vt:lpstr>                    command-line app yaratish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404</cp:revision>
  <dcterms:created xsi:type="dcterms:W3CDTF">2021-01-26T11:27:43Z</dcterms:created>
  <dcterms:modified xsi:type="dcterms:W3CDTF">2021-06-17T10:55:27Z</dcterms:modified>
</cp:coreProperties>
</file>