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44" r:id="rId3"/>
    <p:sldId id="356" r:id="rId4"/>
    <p:sldId id="257" r:id="rId5"/>
    <p:sldId id="343" r:id="rId6"/>
    <p:sldId id="351" r:id="rId7"/>
    <p:sldId id="352" r:id="rId8"/>
    <p:sldId id="353" r:id="rId9"/>
    <p:sldId id="354" r:id="rId10"/>
    <p:sldId id="357" r:id="rId11"/>
    <p:sldId id="355" r:id="rId12"/>
    <p:sldId id="358" r:id="rId13"/>
    <p:sldId id="359" r:id="rId14"/>
    <p:sldId id="360" r:id="rId15"/>
    <p:sldId id="362" r:id="rId16"/>
    <p:sldId id="36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1C1C"/>
    <a:srgbClr val="F2A130"/>
    <a:srgbClr val="0070C0"/>
    <a:srgbClr val="FFFDF6"/>
    <a:srgbClr val="3F3F3F"/>
    <a:srgbClr val="161719"/>
    <a:srgbClr val="00B0F0"/>
    <a:srgbClr val="1414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21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746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780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666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68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737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19.06.2021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 smtClean="0"/>
              <a:t>12-dars</a:t>
            </a:r>
            <a:endParaRPr lang="en-US" sz="4400" b="1" noProof="1"/>
          </a:p>
          <a:p>
            <a:r>
              <a:rPr lang="en-US" sz="4400" b="1" noProof="1" smtClean="0"/>
              <a:t>Ilmiy hisoblashlar. Grafiklar chizish</a:t>
            </a:r>
            <a:endParaRPr lang="en-US" sz="4400" b="1" noProof="1"/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39" y="-213149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    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6" y="521804"/>
            <a:ext cx="11605411" cy="58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39" y="-213149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    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 txBox="1">
            <a:spLocks/>
          </p:cNvSpPr>
          <p:nvPr/>
        </p:nvSpPr>
        <p:spPr>
          <a:xfrm>
            <a:off x="578886" y="-221942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70C0"/>
                </a:solidFill>
              </a:rPr>
              <a:t>    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 jupyter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5" y="1007947"/>
            <a:ext cx="10054388" cy="52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4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 txBox="1">
            <a:spLocks/>
          </p:cNvSpPr>
          <p:nvPr/>
        </p:nvSpPr>
        <p:spPr>
          <a:xfrm>
            <a:off x="578886" y="-221942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0070C0"/>
                </a:solidFill>
              </a:rPr>
              <a:t>    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 jupyter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0" y="862360"/>
            <a:ext cx="11199926" cy="5144966"/>
          </a:xfrm>
          <a:prstGeom prst="rect">
            <a:avLst/>
          </a:prstGeom>
        </p:spPr>
      </p:pic>
      <p:sp>
        <p:nvSpPr>
          <p:cNvPr id="13" name="Скругленный прямоугольник 12"/>
          <p:cNvSpPr/>
          <p:nvPr/>
        </p:nvSpPr>
        <p:spPr>
          <a:xfrm>
            <a:off x="7409770" y="862360"/>
            <a:ext cx="4141176" cy="2134521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Terminalda:</a:t>
            </a:r>
          </a:p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pip install jupyter</a:t>
            </a:r>
          </a:p>
          <a:p>
            <a:pPr algn="ctr"/>
            <a:endParaRPr lang="en-US" sz="2800" noProof="1" smtClean="0">
              <a:solidFill>
                <a:schemeClr val="tx1"/>
              </a:solidFill>
            </a:endParaRPr>
          </a:p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O’rnatilgandan keyin:</a:t>
            </a:r>
          </a:p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jupyter notebook </a:t>
            </a:r>
            <a:endParaRPr lang="en-US" sz="28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Jupyterda markdown tili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41053" y="1189963"/>
            <a:ext cx="3050930" cy="136280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  <a:latin typeface="Comic Sans MS" panose="030F0702030302020204" pitchFamily="66" charset="0"/>
              </a:rPr>
              <a:t>cell type ni markdownga o’zgartiramiz</a:t>
            </a:r>
            <a:endParaRPr lang="en-US" sz="2400" noProof="1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216" y="1238134"/>
            <a:ext cx="5906324" cy="1638529"/>
          </a:xfrm>
          <a:prstGeom prst="rect">
            <a:avLst/>
          </a:prstGeom>
        </p:spPr>
      </p:pic>
      <p:cxnSp>
        <p:nvCxnSpPr>
          <p:cNvPr id="14" name="Прямая со стрелкой 13"/>
          <p:cNvCxnSpPr>
            <a:stCxn id="6" idx="2"/>
          </p:cNvCxnSpPr>
          <p:nvPr/>
        </p:nvCxnSpPr>
        <p:spPr>
          <a:xfrm flipH="1">
            <a:off x="7262446" y="2876663"/>
            <a:ext cx="2932" cy="1378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88" y="4345209"/>
            <a:ext cx="764011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b="1" noProof="1" smtClean="0">
                <a:solidFill>
                  <a:srgbClr val="0070C0"/>
                </a:solidFill>
              </a:rPr>
              <a:t>matplotlib, grafiklar chizish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98" y="1298069"/>
            <a:ext cx="5868219" cy="3734321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7300039" y="1103621"/>
            <a:ext cx="4424677" cy="1080740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as orqali modulni qisqa nom bilan import qilsa bo’ladi</a:t>
            </a:r>
          </a:p>
        </p:txBody>
      </p:sp>
      <p:cxnSp>
        <p:nvCxnSpPr>
          <p:cNvPr id="11" name="Прямая со стрелкой 10"/>
          <p:cNvCxnSpPr>
            <a:stCxn id="9" idx="1"/>
          </p:cNvCxnSpPr>
          <p:nvPr/>
        </p:nvCxnSpPr>
        <p:spPr>
          <a:xfrm flipH="1" flipV="1">
            <a:off x="6383215" y="1617785"/>
            <a:ext cx="916824" cy="262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7080304" y="4466492"/>
            <a:ext cx="4559420" cy="15278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plot metodi ichiga koordinatalar berildi, va plot shu bo’yicha grafik chizdi</a:t>
            </a:r>
          </a:p>
        </p:txBody>
      </p:sp>
    </p:spTree>
    <p:extLst>
      <p:ext uri="{BB962C8B-B14F-4D97-AF65-F5344CB8AC3E}">
        <p14:creationId xmlns:p14="http://schemas.microsoft.com/office/powerpoint/2010/main" val="2511182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grafiklar chizish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7432813" y="2004243"/>
            <a:ext cx="4123592" cy="159679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Har bir ustun uchun aniq qiymat ko’rsatishini xohlasak, bar metodini ishlatamiz</a:t>
            </a:r>
            <a:endParaRPr lang="en-US" sz="2400" noProof="1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53" y="1059324"/>
            <a:ext cx="5868219" cy="3486637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/>
        </p:nvSpPr>
        <p:spPr>
          <a:xfrm>
            <a:off x="1492144" y="4899842"/>
            <a:ext cx="4275609" cy="135148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barh yozilsa, bardagi natijalarni gorizontal tarzda chizadi </a:t>
            </a:r>
            <a:endParaRPr lang="en-US" sz="2400" noProof="1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666892" y="4818185"/>
            <a:ext cx="3763107" cy="10907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/>
              <a:t>Rang tanlash uchun listlardan keyin, color=“green” ko’rinishida yozish kifoya </a:t>
            </a:r>
            <a:endParaRPr lang="en-US" sz="2000" noProof="1"/>
          </a:p>
        </p:txBody>
      </p:sp>
    </p:spTree>
    <p:extLst>
      <p:ext uri="{BB962C8B-B14F-4D97-AF65-F5344CB8AC3E}">
        <p14:creationId xmlns:p14="http://schemas.microsoft.com/office/powerpoint/2010/main" val="76175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        grafiklar chizish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828" y="1176821"/>
            <a:ext cx="7182852" cy="3572374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641053" y="5169876"/>
            <a:ext cx="4027326" cy="113040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rgbClr val="FFFFFF"/>
                </a:solidFill>
              </a:rPr>
              <a:t>l</a:t>
            </a:r>
            <a:r>
              <a:rPr lang="en-US" sz="2400" noProof="1" smtClean="0">
                <a:solidFill>
                  <a:srgbClr val="FFFFFF"/>
                </a:solidFill>
              </a:rPr>
              <a:t>ablesda har bir qismga nom bersa bo’ladi </a:t>
            </a:r>
            <a:endParaRPr lang="en-US" sz="2400" noProof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28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666" y="360869"/>
            <a:ext cx="85725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8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43" y="0"/>
            <a:ext cx="10696873" cy="6861078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/>
        </p:nvSpPr>
        <p:spPr>
          <a:xfrm>
            <a:off x="4343401" y="606669"/>
            <a:ext cx="2760784" cy="14243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/>
              <a:t>pandas install qilindi, va keyin import qilindi</a:t>
            </a:r>
            <a:endParaRPr lang="en-US" sz="2400" noProof="1"/>
          </a:p>
        </p:txBody>
      </p:sp>
      <p:cxnSp>
        <p:nvCxnSpPr>
          <p:cNvPr id="9" name="Прямая со стрелкой 8"/>
          <p:cNvCxnSpPr/>
          <p:nvPr/>
        </p:nvCxnSpPr>
        <p:spPr>
          <a:xfrm flipH="1" flipV="1">
            <a:off x="3402624" y="342900"/>
            <a:ext cx="940777" cy="3253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3402624" y="2031022"/>
            <a:ext cx="1104685" cy="6184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Скругленный прямоугольник 13"/>
          <p:cNvSpPr/>
          <p:nvPr/>
        </p:nvSpPr>
        <p:spPr>
          <a:xfrm>
            <a:off x="5107680" y="2479431"/>
            <a:ext cx="3684628" cy="967154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read.csv csv faylni o’qiydi va dataframe qaytaradi  </a:t>
            </a:r>
            <a:endParaRPr lang="en-US" sz="2400" noProof="1">
              <a:solidFill>
                <a:schemeClr val="tx1"/>
              </a:solidFill>
            </a:endParaRPr>
          </a:p>
        </p:txBody>
      </p:sp>
      <p:cxnSp>
        <p:nvCxnSpPr>
          <p:cNvPr id="16" name="Прямая со стрелкой 15"/>
          <p:cNvCxnSpPr>
            <a:stCxn id="14" idx="1"/>
          </p:cNvCxnSpPr>
          <p:nvPr/>
        </p:nvCxnSpPr>
        <p:spPr>
          <a:xfrm flipH="1">
            <a:off x="4152900" y="2963008"/>
            <a:ext cx="954780" cy="1143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262540"/>
              </p:ext>
            </p:extLst>
          </p:nvPr>
        </p:nvGraphicFramePr>
        <p:xfrm>
          <a:off x="2637692" y="1661745"/>
          <a:ext cx="6504043" cy="432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819">
                  <a:extLst>
                    <a:ext uri="{9D8B030D-6E8A-4147-A177-3AD203B41FA5}">
                      <a16:colId xmlns:a16="http://schemas.microsoft.com/office/drawing/2014/main" val="352103828"/>
                    </a:ext>
                  </a:extLst>
                </a:gridCol>
                <a:gridCol w="4330224">
                  <a:extLst>
                    <a:ext uri="{9D8B030D-6E8A-4147-A177-3AD203B41FA5}">
                      <a16:colId xmlns:a16="http://schemas.microsoft.com/office/drawing/2014/main" val="785175154"/>
                    </a:ext>
                  </a:extLst>
                </a:gridCol>
              </a:tblGrid>
              <a:tr h="73668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head()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</a:t>
                      </a:r>
                      <a:r>
                        <a:rPr lang="en-US" sz="2000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 tepadagi 5 ta ma’lumotni ko’rsatadi</a:t>
                      </a:r>
                      <a:endParaRPr lang="en-US" sz="2000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608096"/>
                  </a:ext>
                </a:extLst>
              </a:tr>
              <a:tr h="816896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tail()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Eng pastdagi 5 ta ma’lumotni ko’rsatadi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384065"/>
                  </a:ext>
                </a:extLst>
              </a:tr>
              <a:tr h="68453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shape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   </a:t>
                      </a:r>
                      <a:r>
                        <a:rPr lang="en-US" sz="2000" noProof="1" smtClean="0"/>
                        <a:t>Ustun </a:t>
                      </a:r>
                      <a:r>
                        <a:rPr lang="en-US" sz="2000" baseline="0" noProof="1" smtClean="0"/>
                        <a:t>va qatorlar sonini ko’rsatadi</a:t>
                      </a:r>
                      <a:endParaRPr lang="en-US" sz="200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918925"/>
                  </a:ext>
                </a:extLst>
              </a:tr>
              <a:tr h="61034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columns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 smtClean="0"/>
                        <a:t>   Ustunlar nomini chiqaradi</a:t>
                      </a:r>
                      <a:endParaRPr lang="en-US" sz="200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294822"/>
                  </a:ext>
                </a:extLst>
              </a:tr>
              <a:tr h="73668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sum()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</a:t>
                      </a:r>
                      <a:r>
                        <a:rPr lang="en-US" sz="2000" noProof="1" smtClean="0"/>
                        <a:t>Hamma ustun</a:t>
                      </a:r>
                      <a:r>
                        <a:rPr lang="en-US" sz="2000" baseline="0" noProof="1" smtClean="0"/>
                        <a:t> uchun yig’indilarni hisoblab chiqaradi</a:t>
                      </a:r>
                      <a:endParaRPr lang="en-US" sz="200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69357"/>
                  </a:ext>
                </a:extLst>
              </a:tr>
              <a:tr h="73668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describe()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 smtClean="0"/>
                        <a:t>O’rtacha, eng kichik, eng katta</a:t>
                      </a:r>
                      <a:r>
                        <a:rPr lang="en-US" sz="2000" baseline="0" noProof="1" smtClean="0"/>
                        <a:t> kabi qiymatlarni ko’rsatadi</a:t>
                      </a:r>
                      <a:endParaRPr lang="en-US" sz="200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026044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pandas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2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pandas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20" y="1179178"/>
            <a:ext cx="4286848" cy="156231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44" y="4674102"/>
            <a:ext cx="3943900" cy="1571844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2582554" y="5416062"/>
            <a:ext cx="2781325" cy="888023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Faqat ayollar soni</a:t>
            </a:r>
            <a:endParaRPr lang="en-US" sz="2800" noProof="1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338544" y="1179178"/>
            <a:ext cx="2781325" cy="888023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Faqat erkaklar soni</a:t>
            </a:r>
            <a:endParaRPr lang="en-US" sz="2800" noProof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072130" y="3211756"/>
            <a:ext cx="5189487" cy="99753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/>
              <a:t>2 ta shart berish uchun:</a:t>
            </a:r>
          </a:p>
          <a:p>
            <a:pPr algn="ctr"/>
            <a:r>
              <a:rPr lang="en-US" sz="2800" noProof="1" smtClean="0"/>
              <a:t>[(df.Survived==1)  </a:t>
            </a:r>
            <a:r>
              <a:rPr lang="en-US" sz="2800" b="1" noProof="1" smtClean="0"/>
              <a:t>&amp;</a:t>
            </a:r>
            <a:r>
              <a:rPr lang="en-US" sz="2800" noProof="1" smtClean="0"/>
              <a:t>  (df.Age&gt;15)] </a:t>
            </a:r>
            <a:endParaRPr lang="en-US" sz="2800" noProof="1"/>
          </a:p>
        </p:txBody>
      </p:sp>
    </p:spTree>
    <p:extLst>
      <p:ext uri="{BB962C8B-B14F-4D97-AF65-F5344CB8AC3E}">
        <p14:creationId xmlns:p14="http://schemas.microsoft.com/office/powerpoint/2010/main" val="545798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pandas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886701" y="2444263"/>
            <a:ext cx="3760961" cy="21365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Ayollar va erkaklar soni uchun matplotlib orqali chizilgan grafik</a:t>
            </a:r>
            <a:endParaRPr lang="en-US" sz="2800" noProof="1">
              <a:solidFill>
                <a:schemeClr val="tx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86" y="1837593"/>
            <a:ext cx="6627616" cy="405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93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pandas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352194" y="4400364"/>
            <a:ext cx="5073160" cy="182459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Yoshi 15 dan kattalarni “Survived” ma’lumoti bo’yicha guruhlab ekranga chiqardik</a:t>
            </a:r>
            <a:endParaRPr lang="en-US" sz="2800" noProof="1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62" y="1339698"/>
            <a:ext cx="10791275" cy="268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66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464" y="479162"/>
            <a:ext cx="4762500" cy="5791200"/>
          </a:xfrm>
          <a:prstGeom prst="rect">
            <a:avLst/>
          </a:prstGeom>
        </p:spPr>
      </p:pic>
      <p:sp>
        <p:nvSpPr>
          <p:cNvPr id="11" name="Скругленный прямоугольник 10"/>
          <p:cNvSpPr/>
          <p:nvPr/>
        </p:nvSpPr>
        <p:spPr>
          <a:xfrm>
            <a:off x="3748452" y="5364753"/>
            <a:ext cx="4911971" cy="11679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 smtClean="0">
                <a:solidFill>
                  <a:schemeClr val="tx1"/>
                </a:solidFill>
              </a:rPr>
              <a:t>Python kursini “yorvorib” tugatgan men</a:t>
            </a:r>
            <a:endParaRPr lang="en-US" sz="36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80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43" y="0"/>
            <a:ext cx="10631714" cy="6858000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1072661" y="281354"/>
            <a:ext cx="5767754" cy="2760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noProof="1" smtClean="0">
                <a:solidFill>
                  <a:schemeClr val="tx1"/>
                </a:solidFill>
              </a:rPr>
              <a:t>Nihoyat</a:t>
            </a:r>
            <a:r>
              <a:rPr lang="en-US" sz="4400" noProof="1" smtClean="0">
                <a:solidFill>
                  <a:schemeClr val="tx1"/>
                </a:solidFill>
              </a:rPr>
              <a:t>, </a:t>
            </a:r>
            <a:endParaRPr lang="en-US" sz="4400" noProof="1" smtClean="0">
              <a:solidFill>
                <a:schemeClr val="tx1"/>
              </a:solidFill>
            </a:endParaRPr>
          </a:p>
          <a:p>
            <a:pPr algn="ctr"/>
            <a:r>
              <a:rPr lang="en-US" sz="4400" noProof="1" smtClean="0">
                <a:solidFill>
                  <a:schemeClr val="tx1"/>
                </a:solidFill>
              </a:rPr>
              <a:t>Python </a:t>
            </a:r>
            <a:r>
              <a:rPr lang="en-US" sz="4400" noProof="1" smtClean="0">
                <a:solidFill>
                  <a:schemeClr val="tx1"/>
                </a:solidFill>
              </a:rPr>
              <a:t>kursi tugadi</a:t>
            </a:r>
            <a:endParaRPr lang="en-US" sz="4400" noProof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72661" y="3698612"/>
            <a:ext cx="5767754" cy="2760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noProof="1" smtClean="0">
                <a:solidFill>
                  <a:schemeClr val="tx1"/>
                </a:solidFill>
              </a:rPr>
              <a:t>Django – Pythondagi packagelardan biri</a:t>
            </a:r>
          </a:p>
          <a:p>
            <a:pPr algn="ctr"/>
            <a:r>
              <a:rPr lang="en-US" sz="4400" noProof="1" smtClean="0">
                <a:solidFill>
                  <a:schemeClr val="tx1"/>
                </a:solidFill>
              </a:rPr>
              <a:t>(Python davom etadi;))</a:t>
            </a:r>
            <a:endParaRPr lang="en-US" sz="44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5520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7567</TotalTime>
  <Words>251</Words>
  <Application>Microsoft Office PowerPoint</Application>
  <PresentationFormat>Широкоэкранный</PresentationFormat>
  <Paragraphs>57</Paragraphs>
  <Slides>16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Helvetica Neue Medium</vt:lpstr>
      <vt:lpstr>Times New Roman</vt:lpstr>
      <vt:lpstr>Тема Office</vt:lpstr>
      <vt:lpstr>Презентация PowerPoint</vt:lpstr>
      <vt:lpstr>                                 </vt:lpstr>
      <vt:lpstr>                                 </vt:lpstr>
      <vt:lpstr>Презентация PowerPoint</vt:lpstr>
      <vt:lpstr>                    Jupyterda markdown tili</vt:lpstr>
      <vt:lpstr>                matplotlib, grafiklar chizish</vt:lpstr>
      <vt:lpstr>                             grafiklar chizish</vt:lpstr>
      <vt:lpstr>                            grafiklar chizish</vt:lpstr>
      <vt:lpstr>Презентация PowerPoint</vt:lpstr>
      <vt:lpstr>Презентация PowerPoint</vt:lpstr>
      <vt:lpstr>                             pandas moduli</vt:lpstr>
      <vt:lpstr>                             pandas moduli</vt:lpstr>
      <vt:lpstr>                             pandas moduli</vt:lpstr>
      <vt:lpstr>                             pandas moduli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421</cp:revision>
  <dcterms:created xsi:type="dcterms:W3CDTF">2021-01-26T11:27:43Z</dcterms:created>
  <dcterms:modified xsi:type="dcterms:W3CDTF">2021-06-19T10:32:35Z</dcterms:modified>
</cp:coreProperties>
</file>