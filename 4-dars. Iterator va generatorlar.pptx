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329" r:id="rId4"/>
    <p:sldId id="330" r:id="rId5"/>
    <p:sldId id="337" r:id="rId6"/>
    <p:sldId id="338" r:id="rId7"/>
    <p:sldId id="320" r:id="rId8"/>
    <p:sldId id="334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1515"/>
    <a:srgbClr val="FCFCFE"/>
    <a:srgbClr val="1D537C"/>
    <a:srgbClr val="F2A130"/>
    <a:srgbClr val="0070C0"/>
    <a:srgbClr val="FEFEFE"/>
    <a:srgbClr val="131313"/>
    <a:srgbClr val="28CA40"/>
    <a:srgbClr val="FFBD2E"/>
    <a:srgbClr val="FF5E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583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121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F53025-8E8F-4834-8C04-85DDDC2EE15E}" type="datetimeFigureOut">
              <a:rPr lang="ru-RU" smtClean="0"/>
              <a:t>23.06.2021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8193D-1F70-4C97-8F26-36A8D20076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0634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18193D-1F70-4C97-8F26-36A8D2007628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35736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CBF08B-00DD-4393-879F-1237413E88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8223B8F-C6F9-4738-8C97-2D2328FF50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17EB1AA-FCC3-4A74-B11B-FA6745762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23.06.2021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085F0F7-2FE9-4799-B492-6D7C9CBEF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3A16FAD-5BC4-4D77-AA3C-FBD60600E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63167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323D27-E746-4A1A-BE2F-F819E1638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5C49A60-4936-4321-B1FF-EF8C8080D1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095B37E-E4FB-439A-941E-7EE0817E3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23.06.2021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B7B2D35-8490-4E57-A29D-2FAD5ABF1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EE93C94-A7F2-4B4C-AB75-FE25C1DB2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3155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321D69-2657-46D2-B8A9-A3680EC68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230EBAE-2BBE-47E7-AD82-88DA0AC9ED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573437F-00AF-4473-9DDA-5A0486E58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23.06.2021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542003C-7A5E-4892-BCA6-5F8B65E58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285236A-4D87-4848-A5BD-580576E32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6022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9C95-050C-46B4-8854-DBBB238B2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4501085-0FF2-43BD-8A95-9616340A10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808F9D3-C9A1-4792-BEA8-81D2ABB5E9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D98C345-FF23-4CB7-B751-DF802A4D2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23.06.2021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0D1FEF7-951F-4079-AFFC-207D8D422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1E5131C-A473-4A9E-B9AF-3F6776E26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8823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DA7748-E3F3-4C74-83B7-6C502EDCA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CE5A719-ABE2-4248-8BA8-54786A9735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D3FE61D-73F0-4589-8E1A-FC760A0F45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161405B-A1FF-4AF1-A945-29F41C2A3C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ACE693E-DD47-4E42-813E-6F936DECE6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1F4FB5C-39BD-460C-A6A7-06904E043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23.06.2021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DB7EDC0-B71F-479F-86AF-7352042DD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FEAE978-D57E-4FBC-8A17-43578086B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9922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1F1F87-B12D-4EED-BA84-50147BD38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8ED643E-2695-40B7-8AD2-68EE0C97D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23.06.2021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CD163A1-1D28-4C06-9F3A-E07842CC7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024879F-803F-4247-ADDD-698517912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55650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20DB330-28EB-484F-AB87-5F21BD61B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23.06.2021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1CF81AE-3647-4A29-9252-59B6DF1F4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93767E3-0B56-43F6-BF94-AA40797B2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1149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C94F9A-497F-4977-9E93-A2E57EAC4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C25544A-1015-43BB-98E2-72AE4BED7E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6225B7E-CE30-4CCF-A7E6-BA432C857A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04D04B5-C55D-4445-ADB0-EE94BD7C6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23.06.2021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CA8F3BE-6253-4789-ACD4-74D54DDA1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DD55794-27B0-45E3-8CED-C231DD85E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910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90A44E-222F-4CD8-968A-9B9A82375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A085646-1D27-4014-86EA-A6488D4530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715D722-991B-46A6-9E57-8398F87A70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B45AC8D-12FB-46CB-A4A5-3F248747E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23.06.2021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4288DF6-3506-4096-B65C-551E090D9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ED4FEEB-A3A7-47D1-894D-7C9A24663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785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1761E8-DBB4-4067-A064-B98491188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F7C9F05-B935-409A-AF70-CC63213E89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B7231EB-A09D-4F0D-B084-A4FF5691E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23.06.2021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3891726-6822-4763-9199-A496191A5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6C043A3-8D1A-4DD1-83F2-25AEBD050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364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BB8B8D1-6DB4-46F4-BA7A-28F2F03EE0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E7DD97F-34C1-48CB-95EE-5E5EF1C59B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296001E-3E8F-42F0-92FA-C0FC32D17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23.06.2021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2D56BF3-15F6-40D4-A3B3-0A6C6B76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0F35F84-A6B1-4AFD-9EA6-7C0BCC8A0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4844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9AE934-63FD-4AD2-AA77-0141EA121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17AE77F-F8D8-4D86-9E3B-940DCBABA0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682924D-6BFD-4A78-99BD-66448940AA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035BF7-E6F2-43E3-83B0-7EA589B5F9DB}" type="datetimeFigureOut">
              <a:rPr lang="ru-RU" smtClean="0"/>
              <a:t>23.06.2021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717AD77-F473-4BDF-A3F4-78FED4F796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9E6BBAD-4DAD-487E-B903-1E28293CC7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6570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652697F-EE34-456F-834B-103082437C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4121382"/>
            <a:ext cx="9144000" cy="2736618"/>
          </a:xfrm>
        </p:spPr>
        <p:txBody>
          <a:bodyPr>
            <a:normAutofit/>
          </a:bodyPr>
          <a:lstStyle/>
          <a:p>
            <a:r>
              <a:rPr lang="en-US" sz="4400" b="1" noProof="1"/>
              <a:t>4-dars</a:t>
            </a:r>
          </a:p>
          <a:p>
            <a:r>
              <a:rPr lang="en-US" sz="4400" b="1" noProof="1"/>
              <a:t>Iterator va generatorlar</a:t>
            </a:r>
          </a:p>
        </p:txBody>
      </p:sp>
      <p:pic>
        <p:nvPicPr>
          <p:cNvPr id="4" name="logoPNG.png" descr="logoPNG.png">
            <a:extLst>
              <a:ext uri="{FF2B5EF4-FFF2-40B4-BE49-F238E27FC236}">
                <a16:creationId xmlns:a16="http://schemas.microsoft.com/office/drawing/2014/main" id="{61D711D9-D19C-4C63-BEC3-1E84357B9D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4073" y="633803"/>
            <a:ext cx="7928256" cy="2975740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Rectangle">
            <a:extLst>
              <a:ext uri="{FF2B5EF4-FFF2-40B4-BE49-F238E27FC236}">
                <a16:creationId xmlns:a16="http://schemas.microsoft.com/office/drawing/2014/main" id="{A76A65E3-1B5E-4480-BD49-964168D24BD1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6" name="Rectangle">
            <a:extLst>
              <a:ext uri="{FF2B5EF4-FFF2-40B4-BE49-F238E27FC236}">
                <a16:creationId xmlns:a16="http://schemas.microsoft.com/office/drawing/2014/main" id="{E336C90A-BDF3-47C5-AA99-358CBDAC3790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61966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">
            <a:extLst>
              <a:ext uri="{FF2B5EF4-FFF2-40B4-BE49-F238E27FC236}">
                <a16:creationId xmlns:a16="http://schemas.microsoft.com/office/drawing/2014/main" id="{6B63D4AC-583B-40F8-8A2B-774788E098B0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3AFCCF7A-27FC-4447-AA17-686E02909886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0070C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B0FB867-4D54-4A45-BA24-C5C1386F8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237" y="-213064"/>
            <a:ext cx="10972060" cy="1325563"/>
          </a:xfrm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                               </a:t>
            </a:r>
            <a:r>
              <a:rPr lang="en-US" b="1" noProof="1">
                <a:solidFill>
                  <a:srgbClr val="0070C0"/>
                </a:solidFill>
              </a:rPr>
              <a:t>Iteratorlar</a:t>
            </a:r>
            <a:endParaRPr lang="en-US" b="1" noProof="1">
              <a:solidFill>
                <a:srgbClr val="F2A130"/>
              </a:solidFill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D8C99EF-371F-4579-ABAC-93007F7361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857250"/>
            <a:ext cx="11430000" cy="6000750"/>
          </a:xfrm>
          <a:prstGeom prst="rect">
            <a:avLst/>
          </a:prstGeom>
        </p:spPr>
      </p:pic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8379ED5F-A5B3-43BA-BA74-FAAAA9474973}"/>
              </a:ext>
            </a:extLst>
          </p:cNvPr>
          <p:cNvSpPr/>
          <p:nvPr/>
        </p:nvSpPr>
        <p:spPr>
          <a:xfrm>
            <a:off x="11114843" y="1784412"/>
            <a:ext cx="115409" cy="3693110"/>
          </a:xfrm>
          <a:prstGeom prst="roundRect">
            <a:avLst/>
          </a:prstGeom>
          <a:solidFill>
            <a:srgbClr val="1515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5DD7ED42-4531-4861-81F0-7B10EDAE1A8E}"/>
              </a:ext>
            </a:extLst>
          </p:cNvPr>
          <p:cNvSpPr/>
          <p:nvPr/>
        </p:nvSpPr>
        <p:spPr>
          <a:xfrm>
            <a:off x="961748" y="5220070"/>
            <a:ext cx="10153095" cy="159798"/>
          </a:xfrm>
          <a:prstGeom prst="roundRect">
            <a:avLst/>
          </a:prstGeom>
          <a:solidFill>
            <a:srgbClr val="1515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Правая фигурная скобка 9">
            <a:extLst>
              <a:ext uri="{FF2B5EF4-FFF2-40B4-BE49-F238E27FC236}">
                <a16:creationId xmlns:a16="http://schemas.microsoft.com/office/drawing/2014/main" id="{9E7395AA-5D2C-4F8C-A4D5-7CCDD3DEE310}"/>
              </a:ext>
            </a:extLst>
          </p:cNvPr>
          <p:cNvSpPr/>
          <p:nvPr/>
        </p:nvSpPr>
        <p:spPr>
          <a:xfrm>
            <a:off x="6365289" y="1961965"/>
            <a:ext cx="1597981" cy="3515557"/>
          </a:xfrm>
          <a:prstGeom prst="rightBrace">
            <a:avLst>
              <a:gd name="adj1" fmla="val 8333"/>
              <a:gd name="adj2" fmla="val 50490"/>
            </a:avLst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B9646832-6106-4E92-AFD5-239C5B48E4E7}"/>
              </a:ext>
            </a:extLst>
          </p:cNvPr>
          <p:cNvSpPr/>
          <p:nvPr/>
        </p:nvSpPr>
        <p:spPr>
          <a:xfrm>
            <a:off x="8261411" y="3514733"/>
            <a:ext cx="2272684" cy="470516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noProof="1"/>
              <a:t>Iterable</a:t>
            </a:r>
          </a:p>
        </p:txBody>
      </p:sp>
    </p:spTree>
    <p:extLst>
      <p:ext uri="{BB962C8B-B14F-4D97-AF65-F5344CB8AC3E}">
        <p14:creationId xmlns:p14="http://schemas.microsoft.com/office/powerpoint/2010/main" val="30004682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">
            <a:extLst>
              <a:ext uri="{FF2B5EF4-FFF2-40B4-BE49-F238E27FC236}">
                <a16:creationId xmlns:a16="http://schemas.microsoft.com/office/drawing/2014/main" id="{6B63D4AC-583B-40F8-8A2B-774788E098B0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3AFCCF7A-27FC-4447-AA17-686E02909886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BD38897D-9F58-4E28-AFDC-A26ED24D0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359" y="-213064"/>
            <a:ext cx="10972060" cy="1325563"/>
          </a:xfrm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                             </a:t>
            </a:r>
            <a:r>
              <a:rPr lang="en-US" b="1" noProof="1">
                <a:solidFill>
                  <a:srgbClr val="1D537C"/>
                </a:solidFill>
              </a:rPr>
              <a:t>Iterator yaratish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8DA51F3-6FA1-40F4-8671-01CE3471DB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7139" y="877780"/>
            <a:ext cx="7810500" cy="2971800"/>
          </a:xfrm>
          <a:prstGeom prst="rect">
            <a:avLst/>
          </a:prstGeom>
        </p:spPr>
      </p:pic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607D555E-DC89-4B14-B49E-3565D4702B6B}"/>
              </a:ext>
            </a:extLst>
          </p:cNvPr>
          <p:cNvSpPr/>
          <p:nvPr/>
        </p:nvSpPr>
        <p:spPr>
          <a:xfrm>
            <a:off x="1260628" y="4772857"/>
            <a:ext cx="3586579" cy="1325563"/>
          </a:xfrm>
          <a:prstGeom prst="roundRect">
            <a:avLst/>
          </a:prstGeom>
          <a:solidFill>
            <a:srgbClr val="F2A13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noProof="1">
                <a:solidFill>
                  <a:schemeClr val="tx1"/>
                </a:solidFill>
              </a:rPr>
              <a:t>iter() == for loop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20DCD5BF-4C43-40DA-A7A3-7CA803C4ED2A}"/>
              </a:ext>
            </a:extLst>
          </p:cNvPr>
          <p:cNvSpPr/>
          <p:nvPr/>
        </p:nvSpPr>
        <p:spPr>
          <a:xfrm>
            <a:off x="6818055" y="4595033"/>
            <a:ext cx="4135516" cy="1681209"/>
          </a:xfrm>
          <a:prstGeom prst="roundRect">
            <a:avLst/>
          </a:prstGeom>
          <a:solidFill>
            <a:srgbClr val="1D537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noProof="1">
                <a:solidFill>
                  <a:schemeClr val="bg1"/>
                </a:solidFill>
              </a:rPr>
              <a:t>next() == loopdagi element</a:t>
            </a:r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9D280B7F-8D9D-4B51-A0A4-57EAEDEB33FA}"/>
              </a:ext>
            </a:extLst>
          </p:cNvPr>
          <p:cNvSpPr/>
          <p:nvPr/>
        </p:nvSpPr>
        <p:spPr>
          <a:xfrm>
            <a:off x="2725445" y="3080551"/>
            <a:ext cx="6631619" cy="150921"/>
          </a:xfrm>
          <a:prstGeom prst="roundRect">
            <a:avLst/>
          </a:prstGeom>
          <a:solidFill>
            <a:srgbClr val="1515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7B8E9EE7-1B83-4730-B974-0765D6871AEB}"/>
              </a:ext>
            </a:extLst>
          </p:cNvPr>
          <p:cNvSpPr/>
          <p:nvPr/>
        </p:nvSpPr>
        <p:spPr>
          <a:xfrm>
            <a:off x="9241654" y="1775534"/>
            <a:ext cx="115410" cy="1325563"/>
          </a:xfrm>
          <a:prstGeom prst="roundRect">
            <a:avLst/>
          </a:prstGeom>
          <a:solidFill>
            <a:srgbClr val="1515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029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">
            <a:extLst>
              <a:ext uri="{FF2B5EF4-FFF2-40B4-BE49-F238E27FC236}">
                <a16:creationId xmlns:a16="http://schemas.microsoft.com/office/drawing/2014/main" id="{6B63D4AC-583B-40F8-8A2B-774788E098B0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3AFCCF7A-27FC-4447-AA17-686E02909886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B0FB867-4D54-4A45-BA24-C5C1386F8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03" y="-177554"/>
            <a:ext cx="10972060" cy="1325563"/>
          </a:xfrm>
        </p:spPr>
        <p:txBody>
          <a:bodyPr/>
          <a:lstStyle/>
          <a:p>
            <a:r>
              <a:rPr lang="en-US" b="1" noProof="1">
                <a:solidFill>
                  <a:srgbClr val="1D537C"/>
                </a:solidFill>
              </a:rPr>
              <a:t>                          Iterator yaratish</a:t>
            </a:r>
            <a:endParaRPr lang="en-US" b="1" noProof="1">
              <a:solidFill>
                <a:srgbClr val="0070C0"/>
              </a:solidFill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651315B-6945-42FA-AAB9-4F2CF00996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571625"/>
            <a:ext cx="11125200" cy="371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4973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">
            <a:extLst>
              <a:ext uri="{FF2B5EF4-FFF2-40B4-BE49-F238E27FC236}">
                <a16:creationId xmlns:a16="http://schemas.microsoft.com/office/drawing/2014/main" id="{6B63D4AC-583B-40F8-8A2B-774788E098B0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3AFCCF7A-27FC-4447-AA17-686E02909886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B0FB867-4D54-4A45-BA24-C5C1386F8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317" y="-239697"/>
            <a:ext cx="10960224" cy="1325563"/>
          </a:xfrm>
        </p:spPr>
        <p:txBody>
          <a:bodyPr/>
          <a:lstStyle/>
          <a:p>
            <a:r>
              <a:rPr lang="en-US" b="1" noProof="1">
                <a:solidFill>
                  <a:srgbClr val="1D537C"/>
                </a:solidFill>
              </a:rPr>
              <a:t>                          Iterator yaratish</a:t>
            </a:r>
            <a:endParaRPr lang="en-US" b="1" noProof="1">
              <a:solidFill>
                <a:srgbClr val="0070C0"/>
              </a:solidFill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6F8D03F-3EED-47B7-939A-346E24B758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940" y="897808"/>
            <a:ext cx="10727924" cy="5971878"/>
          </a:xfrm>
          <a:prstGeom prst="rect">
            <a:avLst/>
          </a:prstGeom>
        </p:spPr>
      </p:pic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C760E252-F6B1-4B01-A186-EEB4A81EEFA4}"/>
              </a:ext>
            </a:extLst>
          </p:cNvPr>
          <p:cNvSpPr/>
          <p:nvPr/>
        </p:nvSpPr>
        <p:spPr>
          <a:xfrm>
            <a:off x="10884023" y="1642369"/>
            <a:ext cx="133165" cy="4643021"/>
          </a:xfrm>
          <a:prstGeom prst="roundRect">
            <a:avLst/>
          </a:prstGeom>
          <a:solidFill>
            <a:srgbClr val="1515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BE6E6E10-BF73-4679-BAC5-D973F2D33572}"/>
              </a:ext>
            </a:extLst>
          </p:cNvPr>
          <p:cNvSpPr/>
          <p:nvPr/>
        </p:nvSpPr>
        <p:spPr>
          <a:xfrm>
            <a:off x="1340528" y="6205491"/>
            <a:ext cx="9676660" cy="159798"/>
          </a:xfrm>
          <a:prstGeom prst="roundRect">
            <a:avLst/>
          </a:prstGeom>
          <a:solidFill>
            <a:srgbClr val="1515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0547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">
            <a:extLst>
              <a:ext uri="{FF2B5EF4-FFF2-40B4-BE49-F238E27FC236}">
                <a16:creationId xmlns:a16="http://schemas.microsoft.com/office/drawing/2014/main" id="{6B63D4AC-583B-40F8-8A2B-774788E098B0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3AFCCF7A-27FC-4447-AA17-686E02909886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F92E6F2-B09A-4F70-BE45-81F38844FF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8060" y="-11686"/>
            <a:ext cx="9215677" cy="6858000"/>
          </a:xfrm>
          <a:prstGeom prst="rect">
            <a:avLst/>
          </a:prstGeom>
        </p:spPr>
      </p:pic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483EE938-EB22-4DED-918A-7F2EB9D7E7E1}"/>
              </a:ext>
            </a:extLst>
          </p:cNvPr>
          <p:cNvSpPr/>
          <p:nvPr/>
        </p:nvSpPr>
        <p:spPr>
          <a:xfrm>
            <a:off x="10209320" y="692458"/>
            <a:ext cx="115410" cy="5663954"/>
          </a:xfrm>
          <a:prstGeom prst="roundRect">
            <a:avLst/>
          </a:prstGeom>
          <a:solidFill>
            <a:srgbClr val="1515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C2A1F9A3-A49D-4154-8377-462E81EF2835}"/>
              </a:ext>
            </a:extLst>
          </p:cNvPr>
          <p:cNvSpPr/>
          <p:nvPr/>
        </p:nvSpPr>
        <p:spPr>
          <a:xfrm>
            <a:off x="2024109" y="6285390"/>
            <a:ext cx="8300621" cy="71022"/>
          </a:xfrm>
          <a:prstGeom prst="roundRect">
            <a:avLst/>
          </a:prstGeom>
          <a:solidFill>
            <a:srgbClr val="1515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3843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">
            <a:extLst>
              <a:ext uri="{FF2B5EF4-FFF2-40B4-BE49-F238E27FC236}">
                <a16:creationId xmlns:a16="http://schemas.microsoft.com/office/drawing/2014/main" id="{3844D788-637A-4825-B2C3-729AA5655558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4827F1E2-2F1F-459C-8380-2D8B68ADADD6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BD83D66D-A8E2-490E-8F5C-C25A1529E051}"/>
              </a:ext>
            </a:extLst>
          </p:cNvPr>
          <p:cNvSpPr txBox="1">
            <a:spLocks/>
          </p:cNvSpPr>
          <p:nvPr/>
        </p:nvSpPr>
        <p:spPr>
          <a:xfrm>
            <a:off x="796496" y="-87583"/>
            <a:ext cx="1097206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noProof="1">
                <a:solidFill>
                  <a:srgbClr val="0070C0"/>
                </a:solidFill>
              </a:rPr>
              <a:t>                        </a:t>
            </a: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E3FA40DD-C732-4345-972B-02683EC09474}"/>
              </a:ext>
            </a:extLst>
          </p:cNvPr>
          <p:cNvSpPr txBox="1">
            <a:spLocks/>
          </p:cNvSpPr>
          <p:nvPr/>
        </p:nvSpPr>
        <p:spPr>
          <a:xfrm>
            <a:off x="518603" y="-177554"/>
            <a:ext cx="1097206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noProof="1">
                <a:solidFill>
                  <a:srgbClr val="1D537C"/>
                </a:solidFill>
              </a:rPr>
              <a:t>                          Iterator yaratish</a:t>
            </a:r>
            <a:endParaRPr lang="en-US" b="1" noProof="1">
              <a:solidFill>
                <a:srgbClr val="0070C0"/>
              </a:solidFill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6B2F0EA-DD24-4AA6-ADF1-54FC6CF96A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0653" y="950631"/>
            <a:ext cx="5461866" cy="5818592"/>
          </a:xfrm>
          <a:prstGeom prst="rect">
            <a:avLst/>
          </a:prstGeom>
        </p:spPr>
      </p:pic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E5375885-91EE-4818-A6F7-482C6A52CA2A}"/>
              </a:ext>
            </a:extLst>
          </p:cNvPr>
          <p:cNvSpPr/>
          <p:nvPr/>
        </p:nvSpPr>
        <p:spPr>
          <a:xfrm>
            <a:off x="2870722" y="950631"/>
            <a:ext cx="5461866" cy="1934612"/>
          </a:xfrm>
          <a:prstGeom prst="roundRect">
            <a:avLst/>
          </a:prstGeom>
          <a:solidFill>
            <a:srgbClr val="FCFC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noProof="1">
                <a:solidFill>
                  <a:schemeClr val="tx1"/>
                </a:solidFill>
              </a:rPr>
              <a:t>O’zi shundog’am loop lar bor. Nimaga iterator yaratishimiz kerak?</a:t>
            </a:r>
          </a:p>
        </p:txBody>
      </p:sp>
    </p:spTree>
    <p:extLst>
      <p:ext uri="{BB962C8B-B14F-4D97-AF65-F5344CB8AC3E}">
        <p14:creationId xmlns:p14="http://schemas.microsoft.com/office/powerpoint/2010/main" val="15883700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">
            <a:extLst>
              <a:ext uri="{FF2B5EF4-FFF2-40B4-BE49-F238E27FC236}">
                <a16:creationId xmlns:a16="http://schemas.microsoft.com/office/drawing/2014/main" id="{3844D788-637A-4825-B2C3-729AA5655558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4827F1E2-2F1F-459C-8380-2D8B68ADADD6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E343747A-D483-4918-80B5-8A44378B6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831" y="-11686"/>
            <a:ext cx="10972060" cy="1325563"/>
          </a:xfrm>
        </p:spPr>
        <p:txBody>
          <a:bodyPr/>
          <a:lstStyle/>
          <a:p>
            <a:r>
              <a:rPr lang="en-US" b="1" noProof="1">
                <a:solidFill>
                  <a:srgbClr val="0070C0"/>
                </a:solidFill>
              </a:rPr>
              <a:t>                          Generatorlar</a:t>
            </a: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ECCCF527-368B-4526-AA21-554391BF9896}"/>
              </a:ext>
            </a:extLst>
          </p:cNvPr>
          <p:cNvSpPr/>
          <p:nvPr/>
        </p:nvSpPr>
        <p:spPr>
          <a:xfrm>
            <a:off x="4403324" y="3036163"/>
            <a:ext cx="2814222" cy="28408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0799434-9051-4971-A23C-0B3B1EDC13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2571" y="1048996"/>
            <a:ext cx="9776724" cy="5809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061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1">
          <a:schemeClr val="accent2"/>
        </a:lnRef>
        <a:fillRef idx="0">
          <a:schemeClr val="accent2"/>
        </a:fillRef>
        <a:effectRef idx="0">
          <a:schemeClr val="accent2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5507</TotalTime>
  <Words>44</Words>
  <Application>Microsoft Office PowerPoint</Application>
  <PresentationFormat>Широкоэкранный</PresentationFormat>
  <Paragraphs>14</Paragraphs>
  <Slides>8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Helvetica Neue Medium</vt:lpstr>
      <vt:lpstr>Тема Office</vt:lpstr>
      <vt:lpstr>Презентация PowerPoint</vt:lpstr>
      <vt:lpstr>                               Iteratorlar</vt:lpstr>
      <vt:lpstr>                             Iterator yaratish</vt:lpstr>
      <vt:lpstr>                          Iterator yaratish</vt:lpstr>
      <vt:lpstr>                          Iterator yaratish</vt:lpstr>
      <vt:lpstr>Презентация PowerPoint</vt:lpstr>
      <vt:lpstr>Презентация PowerPoint</vt:lpstr>
      <vt:lpstr>                          Generatorlar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123</dc:creator>
  <cp:lastModifiedBy>User</cp:lastModifiedBy>
  <cp:revision>292</cp:revision>
  <dcterms:created xsi:type="dcterms:W3CDTF">2021-01-26T11:27:43Z</dcterms:created>
  <dcterms:modified xsi:type="dcterms:W3CDTF">2021-06-23T11:00:18Z</dcterms:modified>
</cp:coreProperties>
</file>