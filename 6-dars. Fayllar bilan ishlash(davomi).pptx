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40" r:id="rId4"/>
    <p:sldId id="329" r:id="rId5"/>
    <p:sldId id="339" r:id="rId6"/>
    <p:sldId id="330" r:id="rId7"/>
    <p:sldId id="338" r:id="rId8"/>
    <p:sldId id="341" r:id="rId9"/>
    <p:sldId id="337" r:id="rId10"/>
    <p:sldId id="320" r:id="rId11"/>
    <p:sldId id="334" r:id="rId12"/>
    <p:sldId id="34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80300"/>
    <a:srgbClr val="7F7B78"/>
    <a:srgbClr val="272822"/>
    <a:srgbClr val="2F1E2E"/>
    <a:srgbClr val="F2A130"/>
    <a:srgbClr val="0A0120"/>
    <a:srgbClr val="002140"/>
    <a:srgbClr val="29221C"/>
    <a:srgbClr val="273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57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27.05.2021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21382"/>
            <a:ext cx="9144000" cy="2736618"/>
          </a:xfrm>
        </p:spPr>
        <p:txBody>
          <a:bodyPr>
            <a:normAutofit/>
          </a:bodyPr>
          <a:lstStyle/>
          <a:p>
            <a:r>
              <a:rPr lang="en-US" sz="4400" b="1" noProof="1"/>
              <a:t>6-dars</a:t>
            </a:r>
          </a:p>
          <a:p>
            <a:r>
              <a:rPr lang="en-US" sz="4400" b="1" noProof="1"/>
              <a:t>Fayllar bilan ishlash(davomi)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37" y="-213064"/>
            <a:ext cx="1097206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</a:t>
            </a:r>
            <a:r>
              <a:rPr lang="en-US" sz="4800" b="1" noProof="1">
                <a:solidFill>
                  <a:srgbClr val="0070C0"/>
                </a:solidFill>
              </a:rPr>
              <a:t>Fayl turlari. JSON fayl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8EA4A58-772D-48F2-BE20-CABA28D4B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491" y="1112499"/>
            <a:ext cx="9369552" cy="2935224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D35E981-4ED5-4FC8-ADD2-7344CB6629C8}"/>
              </a:ext>
            </a:extLst>
          </p:cNvPr>
          <p:cNvSpPr/>
          <p:nvPr/>
        </p:nvSpPr>
        <p:spPr>
          <a:xfrm>
            <a:off x="754602" y="4367813"/>
            <a:ext cx="10138299" cy="232594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1">
                <a:solidFill>
                  <a:schemeClr val="accent6"/>
                </a:solidFill>
                <a:latin typeface="Comic Sans MS" panose="030F0702030302020204" pitchFamily="66" charset="0"/>
              </a:rPr>
              <a:t>JSON fayl</a:t>
            </a:r>
          </a:p>
          <a:p>
            <a:pPr algn="ctr"/>
            <a:endParaRPr lang="en-US" sz="36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capitals = {‘France’ : ’Paris’, ‘Korea’ : ‘Seoul’}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AE8B38B-2AC4-4697-A170-C4BD237FFE25}"/>
              </a:ext>
            </a:extLst>
          </p:cNvPr>
          <p:cNvSpPr txBox="1">
            <a:spLocks/>
          </p:cNvSpPr>
          <p:nvPr/>
        </p:nvSpPr>
        <p:spPr>
          <a:xfrm>
            <a:off x="518604" y="-565195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JSON fayl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56B8A2-FD85-4B60-9946-D07FCFE85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51" y="760368"/>
            <a:ext cx="7810500" cy="379095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E1E22B2-1E2F-4F5D-8A1C-D2400D05D267}"/>
              </a:ext>
            </a:extLst>
          </p:cNvPr>
          <p:cNvSpPr/>
          <p:nvPr/>
        </p:nvSpPr>
        <p:spPr>
          <a:xfrm>
            <a:off x="7031114" y="4918228"/>
            <a:ext cx="4252404" cy="17577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1"/>
              <a:t>dictionaryni JSON stringga o’zgartirdik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E885549-C931-4CC3-B32E-BD678C96DE29}"/>
              </a:ext>
            </a:extLst>
          </p:cNvPr>
          <p:cNvSpPr/>
          <p:nvPr/>
        </p:nvSpPr>
        <p:spPr>
          <a:xfrm>
            <a:off x="1157057" y="3857346"/>
            <a:ext cx="6693764" cy="115410"/>
          </a:xfrm>
          <a:prstGeom prst="roundRect">
            <a:avLst/>
          </a:prstGeom>
          <a:solidFill>
            <a:srgbClr val="002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E1AE95-CF6F-4CF3-BDDC-4E6EB49DF95C}"/>
              </a:ext>
            </a:extLst>
          </p:cNvPr>
          <p:cNvSpPr/>
          <p:nvPr/>
        </p:nvSpPr>
        <p:spPr>
          <a:xfrm>
            <a:off x="7699900" y="1637929"/>
            <a:ext cx="150921" cy="2334827"/>
          </a:xfrm>
          <a:prstGeom prst="roundRect">
            <a:avLst/>
          </a:prstGeom>
          <a:solidFill>
            <a:srgbClr val="0021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9F03F56-AA62-4BB3-9CA9-5232AB44D602}"/>
              </a:ext>
            </a:extLst>
          </p:cNvPr>
          <p:cNvCxnSpPr>
            <a:cxnSpLocks/>
          </p:cNvCxnSpPr>
          <p:nvPr/>
        </p:nvCxnSpPr>
        <p:spPr>
          <a:xfrm flipH="1" flipV="1">
            <a:off x="3817398" y="3693112"/>
            <a:ext cx="3213716" cy="21040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77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9A58734-B412-466F-A620-A4FB2F093040}"/>
              </a:ext>
            </a:extLst>
          </p:cNvPr>
          <p:cNvSpPr txBox="1">
            <a:spLocks/>
          </p:cNvSpPr>
          <p:nvPr/>
        </p:nvSpPr>
        <p:spPr>
          <a:xfrm>
            <a:off x="500849" y="-467541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JSON faylga yozish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1463C0-1348-48D4-B16A-A837EEAA5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69" y="858022"/>
            <a:ext cx="10514860" cy="5853272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BCA5C79-FEBB-4976-BC16-4D1005B5BA3B}"/>
              </a:ext>
            </a:extLst>
          </p:cNvPr>
          <p:cNvSpPr/>
          <p:nvPr/>
        </p:nvSpPr>
        <p:spPr>
          <a:xfrm>
            <a:off x="1313895" y="6081204"/>
            <a:ext cx="9579006" cy="115410"/>
          </a:xfrm>
          <a:prstGeom prst="roundRect">
            <a:avLst/>
          </a:prstGeom>
          <a:solidFill>
            <a:srgbClr val="2F1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EA60AD73-1BCE-4BBB-B6B1-A21A7764AF39}"/>
              </a:ext>
            </a:extLst>
          </p:cNvPr>
          <p:cNvSpPr/>
          <p:nvPr/>
        </p:nvSpPr>
        <p:spPr>
          <a:xfrm>
            <a:off x="10733103" y="1686757"/>
            <a:ext cx="71021" cy="4394447"/>
          </a:xfrm>
          <a:prstGeom prst="roundRect">
            <a:avLst/>
          </a:prstGeom>
          <a:solidFill>
            <a:srgbClr val="2F1E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926387D-B55A-48BB-8DD8-25CC614A5499}"/>
              </a:ext>
            </a:extLst>
          </p:cNvPr>
          <p:cNvSpPr txBox="1">
            <a:spLocks/>
          </p:cNvSpPr>
          <p:nvPr/>
        </p:nvSpPr>
        <p:spPr>
          <a:xfrm>
            <a:off x="293512" y="-519394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JSON faylga yozish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74E703-C16B-466D-9F98-4EB0D126F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87" y="724085"/>
            <a:ext cx="11430000" cy="600075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B535079-69E7-4075-A9CB-140BD66B8041}"/>
              </a:ext>
            </a:extLst>
          </p:cNvPr>
          <p:cNvSpPr/>
          <p:nvPr/>
        </p:nvSpPr>
        <p:spPr>
          <a:xfrm>
            <a:off x="1029810" y="5974672"/>
            <a:ext cx="10351363" cy="159243"/>
          </a:xfrm>
          <a:prstGeom prst="roundRect">
            <a:avLst/>
          </a:prstGeom>
          <a:solidFill>
            <a:srgbClr val="0A0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CB5B964-F874-47AC-AC40-B683436C04B2}"/>
              </a:ext>
            </a:extLst>
          </p:cNvPr>
          <p:cNvSpPr/>
          <p:nvPr/>
        </p:nvSpPr>
        <p:spPr>
          <a:xfrm>
            <a:off x="11162190" y="1530254"/>
            <a:ext cx="218983" cy="4526502"/>
          </a:xfrm>
          <a:prstGeom prst="roundRect">
            <a:avLst/>
          </a:prstGeom>
          <a:solidFill>
            <a:srgbClr val="0A0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21F9E09-66E5-4C62-8B13-F8D784340C17}"/>
              </a:ext>
            </a:extLst>
          </p:cNvPr>
          <p:cNvSpPr/>
          <p:nvPr/>
        </p:nvSpPr>
        <p:spPr>
          <a:xfrm>
            <a:off x="7339604" y="2766219"/>
            <a:ext cx="3621528" cy="1325562"/>
          </a:xfrm>
          <a:prstGeom prst="roundRect">
            <a:avLst/>
          </a:prstGeom>
          <a:solidFill>
            <a:srgbClr val="F2A1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JSON fayl ochildi va dump() metodi orqali faylga ma’lumot yozildi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0914991-893A-4C1A-AF41-459066C1E83D}"/>
              </a:ext>
            </a:extLst>
          </p:cNvPr>
          <p:cNvCxnSpPr>
            <a:cxnSpLocks/>
          </p:cNvCxnSpPr>
          <p:nvPr/>
        </p:nvCxnSpPr>
        <p:spPr>
          <a:xfrm flipH="1">
            <a:off x="5379869" y="4003829"/>
            <a:ext cx="1959735" cy="9942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648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2B0FB867-4D54-4A45-BA24-C5C1386F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03" y="-177554"/>
            <a:ext cx="10972060" cy="1325563"/>
          </a:xfrm>
        </p:spPr>
        <p:txBody>
          <a:bodyPr/>
          <a:lstStyle/>
          <a:p>
            <a:r>
              <a:rPr lang="en-US" b="1" noProof="1">
                <a:solidFill>
                  <a:srgbClr val="1D537C"/>
                </a:solidFill>
              </a:rPr>
              <a:t>                          </a:t>
            </a:r>
            <a:endParaRPr lang="en-US" b="1" noProof="1">
              <a:solidFill>
                <a:srgbClr val="0070C0"/>
              </a:solidFill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1AC8FC1-342B-4DF3-9455-C8F080F461EF}"/>
              </a:ext>
            </a:extLst>
          </p:cNvPr>
          <p:cNvSpPr txBox="1">
            <a:spLocks/>
          </p:cNvSpPr>
          <p:nvPr/>
        </p:nvSpPr>
        <p:spPr>
          <a:xfrm>
            <a:off x="293512" y="-519394"/>
            <a:ext cx="1097206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noProof="1">
                <a:solidFill>
                  <a:srgbClr val="0070C0"/>
                </a:solidFill>
              </a:rPr>
              <a:t>JSON fayldan o’qish</a:t>
            </a:r>
            <a:endParaRPr lang="en-US" sz="4800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610EFB-24C6-49D2-8F66-AF12FF96F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87" y="868936"/>
            <a:ext cx="11430000" cy="600075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6F81335-9D89-4F4C-BBF6-9E22EEB3C676}"/>
              </a:ext>
            </a:extLst>
          </p:cNvPr>
          <p:cNvSpPr/>
          <p:nvPr/>
        </p:nvSpPr>
        <p:spPr>
          <a:xfrm>
            <a:off x="1029810" y="4820575"/>
            <a:ext cx="10306974" cy="15092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6D7CE91-874A-428C-9119-215AE6B7DF27}"/>
              </a:ext>
            </a:extLst>
          </p:cNvPr>
          <p:cNvSpPr/>
          <p:nvPr/>
        </p:nvSpPr>
        <p:spPr>
          <a:xfrm>
            <a:off x="11162190" y="1675105"/>
            <a:ext cx="174594" cy="329639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1EC8BF6-8CF9-416F-ABB0-1D5CD004670B}"/>
              </a:ext>
            </a:extLst>
          </p:cNvPr>
          <p:cNvSpPr/>
          <p:nvPr/>
        </p:nvSpPr>
        <p:spPr>
          <a:xfrm>
            <a:off x="6839313" y="4465468"/>
            <a:ext cx="4029363" cy="132556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rgbClr val="7030A0"/>
                </a:solidFill>
              </a:rPr>
              <a:t>load metodi fayldan ma’lumot olib uni dictionaryga aylantirib beradi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B2B6889E-32B4-4BFF-BF61-E087FB300B9B}"/>
              </a:ext>
            </a:extLst>
          </p:cNvPr>
          <p:cNvCxnSpPr/>
          <p:nvPr/>
        </p:nvCxnSpPr>
        <p:spPr>
          <a:xfrm flipH="1" flipV="1">
            <a:off x="4163627" y="3728621"/>
            <a:ext cx="2675686" cy="14542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449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6210649-B65A-4D18-A877-6B7E667D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12" y="-251383"/>
            <a:ext cx="109728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</a:t>
            </a:r>
            <a:r>
              <a:rPr lang="en-US" b="1" noProof="1">
                <a:solidFill>
                  <a:srgbClr val="0070C0"/>
                </a:solidFill>
              </a:rPr>
              <a:t>CSV faylga yozish</a:t>
            </a:r>
            <a:endParaRPr lang="en-US" b="1" noProof="1">
              <a:solidFill>
                <a:srgbClr val="F2A13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5EB8B0-0CD3-443D-BA67-ADE9B140B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868936"/>
            <a:ext cx="11430000" cy="600075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7E75EEF-12C9-4765-A75F-BFD7BC2A3CA3}"/>
              </a:ext>
            </a:extLst>
          </p:cNvPr>
          <p:cNvSpPr/>
          <p:nvPr/>
        </p:nvSpPr>
        <p:spPr>
          <a:xfrm>
            <a:off x="11141476" y="1775534"/>
            <a:ext cx="124836" cy="1917577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F546EA2-C24A-4E9E-8A06-2FEEAE598088}"/>
              </a:ext>
            </a:extLst>
          </p:cNvPr>
          <p:cNvSpPr/>
          <p:nvPr/>
        </p:nvSpPr>
        <p:spPr>
          <a:xfrm>
            <a:off x="925687" y="3542190"/>
            <a:ext cx="10215789" cy="150921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7FFC8A9-93C3-429B-9731-AD012625A6B7}"/>
              </a:ext>
            </a:extLst>
          </p:cNvPr>
          <p:cNvSpPr/>
          <p:nvPr/>
        </p:nvSpPr>
        <p:spPr>
          <a:xfrm>
            <a:off x="3684233" y="4190260"/>
            <a:ext cx="5078027" cy="1464816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writer() dan obyekt olamiz, keyin writerow() metodi orqali ma’lumot yozamiz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7914CF-F06D-4375-BE9D-A1237AEA328C}"/>
              </a:ext>
            </a:extLst>
          </p:cNvPr>
          <p:cNvCxnSpPr/>
          <p:nvPr/>
        </p:nvCxnSpPr>
        <p:spPr>
          <a:xfrm flipV="1">
            <a:off x="7013359" y="1855433"/>
            <a:ext cx="1020932" cy="5149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AF02A3C-58C4-484C-A35C-16158A575622}"/>
              </a:ext>
            </a:extLst>
          </p:cNvPr>
          <p:cNvSpPr/>
          <p:nvPr/>
        </p:nvSpPr>
        <p:spPr>
          <a:xfrm>
            <a:off x="8060924" y="1686757"/>
            <a:ext cx="1997476" cy="381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1"/>
              <a:t>Yangi qator uchun</a:t>
            </a:r>
          </a:p>
        </p:txBody>
      </p:sp>
    </p:spTree>
    <p:extLst>
      <p:ext uri="{BB962C8B-B14F-4D97-AF65-F5344CB8AC3E}">
        <p14:creationId xmlns:p14="http://schemas.microsoft.com/office/powerpoint/2010/main" val="175538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6210649-B65A-4D18-A877-6B7E667DC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12" y="-251383"/>
            <a:ext cx="109728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</a:t>
            </a:r>
            <a:r>
              <a:rPr lang="en-US" b="1" noProof="1">
                <a:solidFill>
                  <a:srgbClr val="0070C0"/>
                </a:solidFill>
              </a:rPr>
              <a:t>CSV faylga yozish</a:t>
            </a:r>
            <a:endParaRPr lang="en-US" b="1" noProof="1">
              <a:solidFill>
                <a:srgbClr val="F2A13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873E5DA-ECDE-459B-8FAF-06FDD5AC3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87" y="868936"/>
            <a:ext cx="11430000" cy="6000750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5D84ED7-9F14-42B0-B0F7-3699B30EBB2C}"/>
              </a:ext>
            </a:extLst>
          </p:cNvPr>
          <p:cNvSpPr/>
          <p:nvPr/>
        </p:nvSpPr>
        <p:spPr>
          <a:xfrm>
            <a:off x="11185864" y="1722268"/>
            <a:ext cx="124287" cy="4509856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825D264-9246-4BF5-AA48-D7EEB4B7B65A}"/>
              </a:ext>
            </a:extLst>
          </p:cNvPr>
          <p:cNvSpPr/>
          <p:nvPr/>
        </p:nvSpPr>
        <p:spPr>
          <a:xfrm>
            <a:off x="994299" y="6107837"/>
            <a:ext cx="10315852" cy="124287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85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BF3BE0E-323C-4FB6-8C3B-9808DE7AA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12" y="-251383"/>
            <a:ext cx="109728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</a:t>
            </a:r>
            <a:r>
              <a:rPr lang="en-US" b="1" noProof="1">
                <a:solidFill>
                  <a:srgbClr val="0070C0"/>
                </a:solidFill>
              </a:rPr>
              <a:t>CSV fayldan o’qish</a:t>
            </a:r>
            <a:endParaRPr lang="en-US" b="1" noProof="1">
              <a:solidFill>
                <a:srgbClr val="F2A130"/>
              </a:solidFill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02749E2D-896A-4F74-982D-C015FA935F9C}"/>
              </a:ext>
            </a:extLst>
          </p:cNvPr>
          <p:cNvSpPr/>
          <p:nvPr/>
        </p:nvSpPr>
        <p:spPr>
          <a:xfrm>
            <a:off x="7415699" y="4443768"/>
            <a:ext cx="3539346" cy="1554161"/>
          </a:xfrm>
          <a:prstGeom prst="round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Faylni DictReader() metodi orqali ochilsa, ma’lumot dictionaryga aylanadi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5E7E3B6-EBBA-462D-8ADE-3D3A9513E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39" y="860070"/>
            <a:ext cx="10372725" cy="3362325"/>
          </a:xfrm>
          <a:prstGeom prst="rect">
            <a:avLst/>
          </a:prstGeo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946ADF2-4591-4669-968D-3471BFC626FF}"/>
              </a:ext>
            </a:extLst>
          </p:cNvPr>
          <p:cNvSpPr/>
          <p:nvPr/>
        </p:nvSpPr>
        <p:spPr>
          <a:xfrm>
            <a:off x="1305017" y="3555497"/>
            <a:ext cx="9232777" cy="102103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7781E0B0-BCEF-45AD-982B-634EEBA01A85}"/>
              </a:ext>
            </a:extLst>
          </p:cNvPr>
          <p:cNvSpPr/>
          <p:nvPr/>
        </p:nvSpPr>
        <p:spPr>
          <a:xfrm>
            <a:off x="10449017" y="1713390"/>
            <a:ext cx="88777" cy="1944210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7E6D8C0-84E7-469C-8FA6-2D06B685A9F9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5362113" y="3187083"/>
            <a:ext cx="2053586" cy="20337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D5DE48D-4D84-4567-9A42-D45402A3237B}"/>
              </a:ext>
            </a:extLst>
          </p:cNvPr>
          <p:cNvSpPr/>
          <p:nvPr/>
        </p:nvSpPr>
        <p:spPr>
          <a:xfrm>
            <a:off x="1284418" y="4652132"/>
            <a:ext cx="4021585" cy="1695149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solidFill>
                  <a:schemeClr val="tx1"/>
                </a:solidFill>
              </a:rPr>
              <a:t>DictReader ichida delimiter=“;” parametri ishlatilsa, dictionaryni key-value ko’rinishiga keltiradi</a:t>
            </a:r>
          </a:p>
        </p:txBody>
      </p:sp>
    </p:spTree>
    <p:extLst>
      <p:ext uri="{BB962C8B-B14F-4D97-AF65-F5344CB8AC3E}">
        <p14:creationId xmlns:p14="http://schemas.microsoft.com/office/powerpoint/2010/main" val="400705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6F80D4A-9D7E-441A-B3F3-20E719452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857250"/>
            <a:ext cx="11430000" cy="600075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ED3DC96-BE5D-41A8-9C51-E3013B6D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12" y="-251383"/>
            <a:ext cx="109728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                             </a:t>
            </a:r>
            <a:r>
              <a:rPr lang="en-US" b="1" noProof="1">
                <a:solidFill>
                  <a:srgbClr val="0070C0"/>
                </a:solidFill>
              </a:rPr>
              <a:t>CSV fayldan o’qish</a:t>
            </a:r>
            <a:endParaRPr lang="en-US" b="1" noProof="1">
              <a:solidFill>
                <a:srgbClr val="F2A130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73369A-4262-40B5-91E2-A2A599982FC0}"/>
              </a:ext>
            </a:extLst>
          </p:cNvPr>
          <p:cNvSpPr/>
          <p:nvPr/>
        </p:nvSpPr>
        <p:spPr>
          <a:xfrm>
            <a:off x="843379" y="5202315"/>
            <a:ext cx="10324730" cy="204186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457D4FC-F231-41E1-B1C8-98708C2923D4}"/>
              </a:ext>
            </a:extLst>
          </p:cNvPr>
          <p:cNvSpPr/>
          <p:nvPr/>
        </p:nvSpPr>
        <p:spPr>
          <a:xfrm>
            <a:off x="11034944" y="1722268"/>
            <a:ext cx="133165" cy="3568823"/>
          </a:xfrm>
          <a:prstGeom prst="roundRect">
            <a:avLst/>
          </a:prstGeom>
          <a:solidFill>
            <a:srgbClr val="080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ED3BB904-0FBE-4714-8BE2-B737110DF98E}"/>
              </a:ext>
            </a:extLst>
          </p:cNvPr>
          <p:cNvSpPr/>
          <p:nvPr/>
        </p:nvSpPr>
        <p:spPr>
          <a:xfrm>
            <a:off x="5174393" y="4296793"/>
            <a:ext cx="4145872" cy="147313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/>
              <a:t>Shu usulda ma’lumot chiroyliroq ko’rinishda chiqadi</a:t>
            </a:r>
            <a:r>
              <a:rPr lang="en-US" sz="2800" noProof="1">
                <a:sym typeface="Wingdings" panose="05000000000000000000" pitchFamily="2" charset="2"/>
              </a:rPr>
              <a:t></a:t>
            </a:r>
            <a:endParaRPr lang="en-US" sz="2800" noProof="1"/>
          </a:p>
        </p:txBody>
      </p:sp>
    </p:spTree>
    <p:extLst>
      <p:ext uri="{BB962C8B-B14F-4D97-AF65-F5344CB8AC3E}">
        <p14:creationId xmlns:p14="http://schemas.microsoft.com/office/powerpoint/2010/main" val="1588370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C758C8-6FE8-4487-A5CD-60AC446AD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269" y="0"/>
            <a:ext cx="5201390" cy="632489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314ED06-CB20-4400-98B9-1D1EA62A4D29}"/>
              </a:ext>
            </a:extLst>
          </p:cNvPr>
          <p:cNvSpPr/>
          <p:nvPr/>
        </p:nvSpPr>
        <p:spPr>
          <a:xfrm>
            <a:off x="3382392" y="5255581"/>
            <a:ext cx="5237825" cy="113634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noProof="1">
                <a:solidFill>
                  <a:schemeClr val="tx1"/>
                </a:solidFill>
              </a:rPr>
              <a:t>Savollar bormi?</a:t>
            </a:r>
          </a:p>
        </p:txBody>
      </p:sp>
    </p:spTree>
    <p:extLst>
      <p:ext uri="{BB962C8B-B14F-4D97-AF65-F5344CB8AC3E}">
        <p14:creationId xmlns:p14="http://schemas.microsoft.com/office/powerpoint/2010/main" val="24310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CCCF527-368B-4526-AA21-554391BF9896}"/>
              </a:ext>
            </a:extLst>
          </p:cNvPr>
          <p:cNvSpPr/>
          <p:nvPr/>
        </p:nvSpPr>
        <p:spPr>
          <a:xfrm>
            <a:off x="4403324" y="3036163"/>
            <a:ext cx="2814222" cy="28408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6D85D8C-E8B0-431D-A91D-A6AB22B32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12" y="0"/>
            <a:ext cx="11604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089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6130</TotalTime>
  <Words>130</Words>
  <Application>Microsoft Office PowerPoint</Application>
  <PresentationFormat>Широкоэкранный</PresentationFormat>
  <Paragraphs>25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Тема Office</vt:lpstr>
      <vt:lpstr>Презентация PowerPoint</vt:lpstr>
      <vt:lpstr>                      Fayl turlari. JSON fayl</vt:lpstr>
      <vt:lpstr>Презентация PowerPoint</vt:lpstr>
      <vt:lpstr>Презентация PowerPoint</vt:lpstr>
      <vt:lpstr>Презентация PowerPoint</vt:lpstr>
      <vt:lpstr>                          </vt:lpstr>
      <vt:lpstr>                             CSV faylga yozish</vt:lpstr>
      <vt:lpstr>                             CSV faylga yozish</vt:lpstr>
      <vt:lpstr>                             CSV fayldan o’qish</vt:lpstr>
      <vt:lpstr>                             CSV fayldan o’qish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317</cp:revision>
  <dcterms:created xsi:type="dcterms:W3CDTF">2021-01-26T11:27:43Z</dcterms:created>
  <dcterms:modified xsi:type="dcterms:W3CDTF">2021-05-27T10:56:39Z</dcterms:modified>
</cp:coreProperties>
</file>