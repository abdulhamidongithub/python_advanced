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44" r:id="rId4"/>
    <p:sldId id="343" r:id="rId5"/>
    <p:sldId id="345" r:id="rId6"/>
    <p:sldId id="329" r:id="rId7"/>
    <p:sldId id="339" r:id="rId8"/>
    <p:sldId id="330" r:id="rId9"/>
    <p:sldId id="338" r:id="rId10"/>
    <p:sldId id="341" r:id="rId11"/>
    <p:sldId id="337" r:id="rId12"/>
    <p:sldId id="334" r:id="rId13"/>
    <p:sldId id="342" r:id="rId14"/>
    <p:sldId id="34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002140"/>
    <a:srgbClr val="080300"/>
    <a:srgbClr val="BFBFBD"/>
    <a:srgbClr val="FFC000"/>
    <a:srgbClr val="7F7B78"/>
    <a:srgbClr val="272822"/>
    <a:srgbClr val="2F1E2E"/>
    <a:srgbClr val="F2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01.06.2021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7-dars</a:t>
            </a:r>
          </a:p>
          <a:p>
            <a:r>
              <a:rPr lang="en-US" sz="4400" b="1" noProof="1"/>
              <a:t>Dekoratorlar va kontekst menejerlar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301841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</a:t>
            </a:r>
            <a:r>
              <a:rPr lang="en-US" sz="4800" b="1" noProof="1">
                <a:solidFill>
                  <a:srgbClr val="0070C0"/>
                </a:solidFill>
              </a:rPr>
              <a:t>Dekoratorlar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1F11C8-F088-416A-B6C5-44057567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415" y="699687"/>
            <a:ext cx="5188004" cy="361930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2BC51A6-461A-4C0A-AD22-565B7DAF3B9A}"/>
              </a:ext>
            </a:extLst>
          </p:cNvPr>
          <p:cNvSpPr/>
          <p:nvPr/>
        </p:nvSpPr>
        <p:spPr>
          <a:xfrm>
            <a:off x="6941481" y="3577701"/>
            <a:ext cx="3994951" cy="124288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A41D457-67EE-4E21-A64E-FF5E1699FEF2}"/>
              </a:ext>
            </a:extLst>
          </p:cNvPr>
          <p:cNvSpPr/>
          <p:nvPr/>
        </p:nvSpPr>
        <p:spPr>
          <a:xfrm>
            <a:off x="10787541" y="1703690"/>
            <a:ext cx="106532" cy="1917576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1CF54E1-338D-406C-98DA-43890F718998}"/>
              </a:ext>
            </a:extLst>
          </p:cNvPr>
          <p:cNvSpPr/>
          <p:nvPr/>
        </p:nvSpPr>
        <p:spPr>
          <a:xfrm>
            <a:off x="6754120" y="5017534"/>
            <a:ext cx="4139953" cy="149645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</a:rPr>
              <a:t>Funksiyani o’zgaruvchiga qiymat qilib bersa bo’ladi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9F997A7-936B-4B52-BAF3-4EBDB637C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99" y="1175969"/>
            <a:ext cx="5540421" cy="4517747"/>
          </a:xfrm>
          <a:prstGeom prst="rect">
            <a:avLst/>
          </a:prstGeom>
        </p:spPr>
      </p:pic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61E58CF-4E6D-4BA9-808D-7D5EA5F537AE}"/>
              </a:ext>
            </a:extLst>
          </p:cNvPr>
          <p:cNvCxnSpPr>
            <a:stCxn id="17" idx="0"/>
          </p:cNvCxnSpPr>
          <p:nvPr/>
        </p:nvCxnSpPr>
        <p:spPr>
          <a:xfrm flipV="1">
            <a:off x="8824097" y="4394447"/>
            <a:ext cx="90320" cy="6230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301841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</a:t>
            </a:r>
            <a:r>
              <a:rPr lang="en-US" sz="4800" b="1" noProof="1">
                <a:solidFill>
                  <a:srgbClr val="0070C0"/>
                </a:solidFill>
              </a:rPr>
              <a:t>Dekoratorlar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0C6DEC-95FE-44CF-A48A-78ABF4836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87" y="3879542"/>
            <a:ext cx="7810500" cy="2971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698E4F-4617-43D5-B668-3B1D95BEC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029" y="549764"/>
            <a:ext cx="4908612" cy="3424388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DCFCA12-CB28-4BAB-9A84-EB8505FE8323}"/>
              </a:ext>
            </a:extLst>
          </p:cNvPr>
          <p:cNvSpPr/>
          <p:nvPr/>
        </p:nvSpPr>
        <p:spPr>
          <a:xfrm>
            <a:off x="666750" y="1213197"/>
            <a:ext cx="4350058" cy="2476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noProof="1">
                <a:solidFill>
                  <a:schemeClr val="bg1"/>
                </a:solidFill>
                <a:latin typeface="Gabriola" panose="04040605051002020D02" pitchFamily="82" charset="0"/>
              </a:rPr>
              <a:t>Funksiya ichida boshqa funksiyani return qilish mumkin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834839DD-F0EA-4F76-9E00-E153B063C689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5016808" y="2261958"/>
            <a:ext cx="1730221" cy="1896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2A9D89-093E-4AAF-AEE3-63842277C828}"/>
              </a:ext>
            </a:extLst>
          </p:cNvPr>
          <p:cNvCxnSpPr>
            <a:cxnSpLocks/>
          </p:cNvCxnSpPr>
          <p:nvPr/>
        </p:nvCxnSpPr>
        <p:spPr>
          <a:xfrm>
            <a:off x="4852846" y="3613212"/>
            <a:ext cx="621437" cy="7402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F5DCF34-B67E-42AD-A845-6E73652E7F40}"/>
              </a:ext>
            </a:extLst>
          </p:cNvPr>
          <p:cNvSpPr/>
          <p:nvPr/>
        </p:nvSpPr>
        <p:spPr>
          <a:xfrm>
            <a:off x="10963922" y="1500326"/>
            <a:ext cx="133165" cy="1928674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79F0F9-48F4-4D84-B309-E3C7BA39DF14}"/>
              </a:ext>
            </a:extLst>
          </p:cNvPr>
          <p:cNvSpPr/>
          <p:nvPr/>
        </p:nvSpPr>
        <p:spPr>
          <a:xfrm>
            <a:off x="7315200" y="3302493"/>
            <a:ext cx="3781887" cy="53266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4649F93-128A-48D2-9A25-850F4F02EAD4}"/>
              </a:ext>
            </a:extLst>
          </p:cNvPr>
          <p:cNvSpPr/>
          <p:nvPr/>
        </p:nvSpPr>
        <p:spPr>
          <a:xfrm>
            <a:off x="4651899" y="6090082"/>
            <a:ext cx="6676008" cy="162841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C8115E6-DEE2-41FB-986E-0784B09E3B4D}"/>
              </a:ext>
            </a:extLst>
          </p:cNvPr>
          <p:cNvSpPr/>
          <p:nvPr/>
        </p:nvSpPr>
        <p:spPr>
          <a:xfrm>
            <a:off x="11212497" y="4783669"/>
            <a:ext cx="115410" cy="1401023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5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59" y="-301841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</a:t>
            </a:r>
            <a:r>
              <a:rPr lang="en-US" sz="4800" b="1" noProof="1">
                <a:solidFill>
                  <a:srgbClr val="0070C0"/>
                </a:solidFill>
              </a:rPr>
              <a:t>Dekoratorlar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AA668AA-6DB7-4E5C-8164-2C63A9F9A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26" y="1121377"/>
            <a:ext cx="7810500" cy="29718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1A656F6-9A78-4ADF-B8DA-7C7B423B07FF}"/>
              </a:ext>
            </a:extLst>
          </p:cNvPr>
          <p:cNvSpPr/>
          <p:nvPr/>
        </p:nvSpPr>
        <p:spPr>
          <a:xfrm>
            <a:off x="5130973" y="5035861"/>
            <a:ext cx="4139953" cy="149645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</a:rPr>
              <a:t>Funksiyani argument sifatida bersa ham bo’ladi</a:t>
            </a: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A6A986DE-02A0-4A2B-8246-27A4BA5536F0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6064916" y="4093177"/>
            <a:ext cx="1136034" cy="94268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FB32C85-25FB-4438-BC3F-3BFBC44693EF}"/>
              </a:ext>
            </a:extLst>
          </p:cNvPr>
          <p:cNvSpPr/>
          <p:nvPr/>
        </p:nvSpPr>
        <p:spPr>
          <a:xfrm>
            <a:off x="1997476" y="3346882"/>
            <a:ext cx="6729274" cy="159798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C3EB017-A561-409C-9D25-CBCB96521617}"/>
              </a:ext>
            </a:extLst>
          </p:cNvPr>
          <p:cNvSpPr/>
          <p:nvPr/>
        </p:nvSpPr>
        <p:spPr>
          <a:xfrm>
            <a:off x="8584707" y="2032986"/>
            <a:ext cx="79899" cy="1313896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6" y="-221942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 </a:t>
            </a:r>
            <a:r>
              <a:rPr lang="en-US" sz="4800" b="1" noProof="1">
                <a:solidFill>
                  <a:srgbClr val="0070C0"/>
                </a:solidFill>
              </a:rPr>
              <a:t>Dekoratorlar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1A656F6-9A78-4ADF-B8DA-7C7B423B07FF}"/>
              </a:ext>
            </a:extLst>
          </p:cNvPr>
          <p:cNvSpPr/>
          <p:nvPr/>
        </p:nvSpPr>
        <p:spPr>
          <a:xfrm>
            <a:off x="6880194" y="5097949"/>
            <a:ext cx="4226893" cy="156970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</a:rPr>
              <a:t>Funksiya ichida boshqa funksiyani e’lon qilsa ham bo’ladi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313162-5520-4FB5-B386-981CB0A5A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53" y="975200"/>
            <a:ext cx="7368454" cy="3980762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96106F6-3574-4FB9-98C3-8EEADD8AE3FB}"/>
              </a:ext>
            </a:extLst>
          </p:cNvPr>
          <p:cNvSpPr/>
          <p:nvPr/>
        </p:nvSpPr>
        <p:spPr>
          <a:xfrm>
            <a:off x="1189608" y="4296792"/>
            <a:ext cx="6294268" cy="150921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16CDE87-5211-4BC5-912C-777C38E71E3D}"/>
              </a:ext>
            </a:extLst>
          </p:cNvPr>
          <p:cNvSpPr/>
          <p:nvPr/>
        </p:nvSpPr>
        <p:spPr>
          <a:xfrm>
            <a:off x="7359588" y="1840155"/>
            <a:ext cx="88777" cy="2521259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2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6CB257-E78E-4786-A193-37911A66C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889" y="3746378"/>
            <a:ext cx="6160598" cy="299014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31FB7E0-B002-4050-AF38-B3CD70E7A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-11686"/>
            <a:ext cx="5905500" cy="3933825"/>
          </a:xfrm>
          <a:prstGeom prst="rect">
            <a:avLst/>
          </a:prstGeom>
        </p:spPr>
      </p:pic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60298C-E7A2-4688-89F1-152CF436F8BF}"/>
              </a:ext>
            </a:extLst>
          </p:cNvPr>
          <p:cNvSpPr/>
          <p:nvPr/>
        </p:nvSpPr>
        <p:spPr>
          <a:xfrm>
            <a:off x="1941244" y="5095783"/>
            <a:ext cx="2610035" cy="958788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solidFill>
                  <a:schemeClr val="tx1"/>
                </a:solidFill>
              </a:rPr>
              <a:t>“function” classidan olingan obyekt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963EA06-0BBF-41A2-96BB-ADA3C83DA06D}"/>
              </a:ext>
            </a:extLst>
          </p:cNvPr>
          <p:cNvCxnSpPr>
            <a:stCxn id="19" idx="3"/>
          </p:cNvCxnSpPr>
          <p:nvPr/>
        </p:nvCxnSpPr>
        <p:spPr>
          <a:xfrm flipV="1">
            <a:off x="4551279" y="5450889"/>
            <a:ext cx="1186610" cy="1242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CF794A7-6B8F-4C9E-A1BB-878B062B8AA4}"/>
              </a:ext>
            </a:extLst>
          </p:cNvPr>
          <p:cNvSpPr/>
          <p:nvPr/>
        </p:nvSpPr>
        <p:spPr>
          <a:xfrm>
            <a:off x="6199012" y="6205491"/>
            <a:ext cx="5324204" cy="79899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4C34C58-7401-49D5-B196-3164B98C0D6C}"/>
              </a:ext>
            </a:extLst>
          </p:cNvPr>
          <p:cNvSpPr/>
          <p:nvPr/>
        </p:nvSpPr>
        <p:spPr>
          <a:xfrm>
            <a:off x="11336784" y="4447713"/>
            <a:ext cx="100580" cy="1837677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D001B94-F6A7-4DFF-90C5-3D2CCDADB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482" y="572609"/>
            <a:ext cx="4056077" cy="2912055"/>
          </a:xfrm>
          <a:prstGeom prst="rect">
            <a:avLst/>
          </a:prstGeom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28FA48B-0360-42FF-BCDA-0E13756F9011}"/>
              </a:ext>
            </a:extLst>
          </p:cNvPr>
          <p:cNvSpPr/>
          <p:nvPr/>
        </p:nvSpPr>
        <p:spPr>
          <a:xfrm>
            <a:off x="8131946" y="3295246"/>
            <a:ext cx="1828800" cy="21143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926387D-B55A-48BB-8DD8-25CC614A5499}"/>
              </a:ext>
            </a:extLst>
          </p:cNvPr>
          <p:cNvSpPr txBox="1">
            <a:spLocks/>
          </p:cNvSpPr>
          <p:nvPr/>
        </p:nvSpPr>
        <p:spPr>
          <a:xfrm>
            <a:off x="293512" y="-492761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Dekoratorlar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034A6C-7113-47B4-8444-6F7ACD764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40" y="932155"/>
            <a:ext cx="10645230" cy="5925845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B95E30B-40E0-4D0A-84CB-38214048FD5D}"/>
              </a:ext>
            </a:extLst>
          </p:cNvPr>
          <p:cNvSpPr/>
          <p:nvPr/>
        </p:nvSpPr>
        <p:spPr>
          <a:xfrm>
            <a:off x="7883371" y="1704511"/>
            <a:ext cx="2645546" cy="83450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Dekorator funksiya yaratib ko’rdik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9173D60-83D3-475B-A4BA-A652933F9493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4722920" y="2041864"/>
            <a:ext cx="3160451" cy="798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48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</a:t>
            </a:r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B16C39-3B8E-43DD-9485-39DD16C6A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39" y="4268954"/>
            <a:ext cx="6835257" cy="26007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7A3EE4-E298-4FCF-9D48-D6C8ED8AF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76" y="11685"/>
            <a:ext cx="6649184" cy="25299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C7057B6-AF87-41E6-B5EF-E16D3432E1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427" y="2363280"/>
            <a:ext cx="2143125" cy="2143125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EDC4B87-1A9A-4693-AC08-D76D1D68F556}"/>
              </a:ext>
            </a:extLst>
          </p:cNvPr>
          <p:cNvSpPr/>
          <p:nvPr/>
        </p:nvSpPr>
        <p:spPr>
          <a:xfrm>
            <a:off x="8615625" y="2440955"/>
            <a:ext cx="3189826" cy="21881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/>
              <a:t>Pythoncha usul (Dekorator)</a:t>
            </a:r>
          </a:p>
          <a:p>
            <a:pPr algn="ctr"/>
            <a:endParaRPr lang="en-US" sz="2800" noProof="1"/>
          </a:p>
          <a:p>
            <a:pPr algn="ctr"/>
            <a:endParaRPr lang="en-US" sz="2800" noProof="1"/>
          </a:p>
          <a:p>
            <a:pPr algn="ctr"/>
            <a:r>
              <a:rPr lang="en-US" sz="2800" noProof="1"/>
              <a:t>O’zimizi usul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5CEF87A8-0ED3-4083-856D-ED982C0B867E}"/>
              </a:ext>
            </a:extLst>
          </p:cNvPr>
          <p:cNvCxnSpPr/>
          <p:nvPr/>
        </p:nvCxnSpPr>
        <p:spPr>
          <a:xfrm flipH="1" flipV="1">
            <a:off x="7333466" y="2266197"/>
            <a:ext cx="1309303" cy="3817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00C4B06-C067-421E-BE09-45AC52688239}"/>
              </a:ext>
            </a:extLst>
          </p:cNvPr>
          <p:cNvCxnSpPr/>
          <p:nvPr/>
        </p:nvCxnSpPr>
        <p:spPr>
          <a:xfrm flipH="1">
            <a:off x="6915705" y="4228378"/>
            <a:ext cx="1699920" cy="400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CD9B4DA-B37C-4FC2-B2C2-B17C46826D92}"/>
              </a:ext>
            </a:extLst>
          </p:cNvPr>
          <p:cNvSpPr/>
          <p:nvPr/>
        </p:nvSpPr>
        <p:spPr>
          <a:xfrm>
            <a:off x="7306322" y="790113"/>
            <a:ext cx="45719" cy="1278809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8C74CBA-1D4D-4212-9408-57C3B009A44B}"/>
              </a:ext>
            </a:extLst>
          </p:cNvPr>
          <p:cNvSpPr/>
          <p:nvPr/>
        </p:nvSpPr>
        <p:spPr>
          <a:xfrm>
            <a:off x="1686757" y="1926437"/>
            <a:ext cx="5665284" cy="142485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F7F9A65-FCE0-4305-898B-3A634A0B2101}"/>
              </a:ext>
            </a:extLst>
          </p:cNvPr>
          <p:cNvSpPr/>
          <p:nvPr/>
        </p:nvSpPr>
        <p:spPr>
          <a:xfrm>
            <a:off x="7352041" y="5104660"/>
            <a:ext cx="96324" cy="129233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8901364-4DC5-4ED0-9144-B1AF6FFA1A23}"/>
              </a:ext>
            </a:extLst>
          </p:cNvPr>
          <p:cNvSpPr/>
          <p:nvPr/>
        </p:nvSpPr>
        <p:spPr>
          <a:xfrm>
            <a:off x="1597981" y="6241002"/>
            <a:ext cx="5754060" cy="6981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1902E6-12BE-427F-9BDB-6EE1C0F88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304" y="0"/>
            <a:ext cx="8773561" cy="68580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2A47004-74DE-4A2A-A38E-FA9E9C8AB695}"/>
              </a:ext>
            </a:extLst>
          </p:cNvPr>
          <p:cNvSpPr/>
          <p:nvPr/>
        </p:nvSpPr>
        <p:spPr>
          <a:xfrm>
            <a:off x="10198696" y="683581"/>
            <a:ext cx="152667" cy="5717219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CE3D69B-4527-4CF7-96F0-7E2252984E64}"/>
              </a:ext>
            </a:extLst>
          </p:cNvPr>
          <p:cNvSpPr/>
          <p:nvPr/>
        </p:nvSpPr>
        <p:spPr>
          <a:xfrm>
            <a:off x="2405849" y="6338656"/>
            <a:ext cx="7945514" cy="62144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8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0F3D37-60C9-4CB3-8A87-2E13750F1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-11686"/>
            <a:ext cx="11430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8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2315272-3CA0-434E-B9E1-CBCE70DE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Kontekst menejerlar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12CC51-24B6-4408-98FD-AF6FD711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0" y="775077"/>
            <a:ext cx="10257407" cy="609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5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C8E0ED-6AEB-4227-9EC4-820C48C5B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53" y="1159768"/>
            <a:ext cx="9590293" cy="5698232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F82CAB8-BF0F-488C-9D30-0DF6A9C8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Kontekst menejerlar</a:t>
            </a:r>
            <a:endParaRPr lang="en-US" b="1" noProof="1">
              <a:solidFill>
                <a:srgbClr val="F2A130"/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1FFB189-006E-4444-863F-104781E92FD7}"/>
              </a:ext>
            </a:extLst>
          </p:cNvPr>
          <p:cNvSpPr/>
          <p:nvPr/>
        </p:nvSpPr>
        <p:spPr>
          <a:xfrm>
            <a:off x="1784412" y="6267635"/>
            <a:ext cx="8637972" cy="150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8F5A310-5AC2-4FFA-8013-E5249D7E74F4}"/>
              </a:ext>
            </a:extLst>
          </p:cNvPr>
          <p:cNvSpPr/>
          <p:nvPr/>
        </p:nvSpPr>
        <p:spPr>
          <a:xfrm>
            <a:off x="10289219" y="1899821"/>
            <a:ext cx="118369" cy="4518734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D10EA5-7541-4D21-9AAD-FA5BC2A9E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423" y="0"/>
            <a:ext cx="5643154" cy="68580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5A4F2B2-3E50-4259-A88C-C90AEF65EF19}"/>
              </a:ext>
            </a:extLst>
          </p:cNvPr>
          <p:cNvSpPr/>
          <p:nvPr/>
        </p:nvSpPr>
        <p:spPr>
          <a:xfrm>
            <a:off x="3204839" y="0"/>
            <a:ext cx="5712738" cy="1464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chemeClr val="tx1"/>
                </a:solidFill>
              </a:rPr>
              <a:t>Darsdan keyin o’quvchilarning reaksiyalari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4620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CE4DB6-00AC-4CC4-B8CB-4AEC0F5D4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30" y="-11686"/>
            <a:ext cx="11632157" cy="68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354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6357</TotalTime>
  <Words>70</Words>
  <Application>Microsoft Office PowerPoint</Application>
  <PresentationFormat>Широкоэкранный</PresentationFormat>
  <Paragraphs>22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Gabriola</vt:lpstr>
      <vt:lpstr>Тема Office</vt:lpstr>
      <vt:lpstr>Презентация PowerPoint</vt:lpstr>
      <vt:lpstr>                              Dekoratorlar</vt:lpstr>
      <vt:lpstr>                              Dekoratorlar</vt:lpstr>
      <vt:lpstr>                              Dekoratorlar</vt:lpstr>
      <vt:lpstr>                              Dekoratorlar</vt:lpstr>
      <vt:lpstr>Презентация PowerPoint</vt:lpstr>
      <vt:lpstr>Презентация PowerPoint</vt:lpstr>
      <vt:lpstr>                          </vt:lpstr>
      <vt:lpstr>Презентация PowerPoint</vt:lpstr>
      <vt:lpstr>Презентация PowerPoint</vt:lpstr>
      <vt:lpstr>                             Kontekst menejerlar</vt:lpstr>
      <vt:lpstr>                             Kontekst menejerlar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334</cp:revision>
  <dcterms:created xsi:type="dcterms:W3CDTF">2021-01-26T11:27:43Z</dcterms:created>
  <dcterms:modified xsi:type="dcterms:W3CDTF">2021-06-01T11:03:41Z</dcterms:modified>
</cp:coreProperties>
</file>