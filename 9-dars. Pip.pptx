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44" r:id="rId3"/>
    <p:sldId id="257" r:id="rId4"/>
    <p:sldId id="343" r:id="rId5"/>
    <p:sldId id="345" r:id="rId6"/>
    <p:sldId id="329" r:id="rId7"/>
    <p:sldId id="339" r:id="rId8"/>
    <p:sldId id="330" r:id="rId9"/>
    <p:sldId id="346" r:id="rId10"/>
    <p:sldId id="338" r:id="rId11"/>
    <p:sldId id="341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719"/>
    <a:srgbClr val="29221C"/>
    <a:srgbClr val="202020"/>
    <a:srgbClr val="FFFFFF"/>
    <a:srgbClr val="FF8800"/>
    <a:srgbClr val="F2A130"/>
    <a:srgbClr val="252D34"/>
    <a:srgbClr val="FD8022"/>
    <a:srgbClr val="080300"/>
    <a:srgbClr val="1124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3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42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22.06.2021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/>
              <a:t>9-dars</a:t>
            </a:r>
          </a:p>
          <a:p>
            <a:r>
              <a:rPr lang="en-US" sz="4400" b="1" noProof="1" smtClean="0"/>
              <a:t>Pip</a:t>
            </a:r>
            <a:endParaRPr lang="en-US" sz="4400" b="1" noProof="1"/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301841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</a:t>
            </a:r>
            <a:r>
              <a:rPr lang="en-US" b="1" dirty="0" smtClean="0">
                <a:solidFill>
                  <a:srgbClr val="0070C0"/>
                </a:solidFill>
              </a:rPr>
              <a:t>        </a:t>
            </a:r>
            <a:r>
              <a:rPr lang="en-US" sz="4800" b="1" noProof="1" smtClean="0">
                <a:solidFill>
                  <a:srgbClr val="0070C0"/>
                </a:solidFill>
              </a:rPr>
              <a:t>packagelar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59" y="914400"/>
            <a:ext cx="10896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8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</a:t>
            </a:r>
            <a:r>
              <a:rPr lang="en-US" sz="4800" b="1" noProof="1" smtClean="0">
                <a:solidFill>
                  <a:srgbClr val="0070C0"/>
                </a:solidFill>
              </a:rPr>
              <a:t>package managerlar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83" y="1392106"/>
            <a:ext cx="7810465" cy="4085474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8510953" y="3543299"/>
            <a:ext cx="1362808" cy="536331"/>
          </a:xfrm>
          <a:prstGeom prst="roundRect">
            <a:avLst/>
          </a:prstGeom>
          <a:solidFill>
            <a:srgbClr val="FD8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PHP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</a:t>
            </a:r>
            <a:r>
              <a:rPr lang="en-US" sz="4800" b="1" noProof="1" smtClean="0">
                <a:solidFill>
                  <a:srgbClr val="0070C0"/>
                </a:solidFill>
              </a:rPr>
              <a:t>package managerlar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803" y="1943100"/>
            <a:ext cx="8022474" cy="2959109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5398477" y="4009292"/>
            <a:ext cx="4114800" cy="545123"/>
          </a:xfrm>
          <a:prstGeom prst="roundRect">
            <a:avLst/>
          </a:prstGeom>
          <a:solidFill>
            <a:srgbClr val="252D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FF8800"/>
                </a:solidFill>
              </a:rPr>
              <a:t>JavaScript, CSS, HTML</a:t>
            </a:r>
            <a:endParaRPr lang="en-US" sz="3200" dirty="0">
              <a:solidFill>
                <a:srgbClr val="FF88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0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962" y="1907932"/>
            <a:ext cx="7945574" cy="2775509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</a:t>
            </a:r>
            <a:r>
              <a:rPr lang="en-US" sz="4800" b="1" noProof="1" smtClean="0">
                <a:solidFill>
                  <a:srgbClr val="0070C0"/>
                </a:solidFill>
              </a:rPr>
              <a:t>package managerlar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849632" y="4494222"/>
            <a:ext cx="2145323" cy="99353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>
                <a:solidFill>
                  <a:srgbClr val="252D34"/>
                </a:solidFill>
              </a:rPr>
              <a:t>Java</a:t>
            </a:r>
            <a:endParaRPr lang="en-US" sz="6000" dirty="0">
              <a:solidFill>
                <a:srgbClr val="252D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32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</a:t>
            </a:r>
            <a:r>
              <a:rPr lang="en-US" sz="4800" b="1" noProof="1" smtClean="0">
                <a:solidFill>
                  <a:srgbClr val="0070C0"/>
                </a:solidFill>
              </a:rPr>
              <a:t>package managerlar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2344941" y="1669770"/>
            <a:ext cx="3294187" cy="10126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Python Package Index </a:t>
            </a:r>
            <a:r>
              <a:rPr lang="en-US" sz="3200" dirty="0" smtClean="0"/>
              <a:t>(</a:t>
            </a:r>
            <a:r>
              <a:rPr lang="en-US" sz="3200" noProof="1" smtClean="0"/>
              <a:t>PyPI)</a:t>
            </a:r>
            <a:endParaRPr lang="en-US" sz="3200" noProof="1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38524" y="4249616"/>
            <a:ext cx="2954216" cy="694592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Pip Installs Packages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02451" y="4249616"/>
            <a:ext cx="2954216" cy="694592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solidFill>
                  <a:schemeClr val="tx1"/>
                </a:solidFill>
              </a:rPr>
              <a:t>pip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590797" y="5669386"/>
            <a:ext cx="3701345" cy="694592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preferred installer program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386" y="471612"/>
            <a:ext cx="3621560" cy="3467450"/>
          </a:xfrm>
          <a:prstGeom prst="rect">
            <a:avLst/>
          </a:prstGeom>
        </p:spPr>
      </p:pic>
      <p:sp>
        <p:nvSpPr>
          <p:cNvPr id="10" name="Скругленный прямоугольник 9"/>
          <p:cNvSpPr/>
          <p:nvPr/>
        </p:nvSpPr>
        <p:spPr>
          <a:xfrm>
            <a:off x="9869610" y="637442"/>
            <a:ext cx="2028877" cy="343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451731" y="1103621"/>
            <a:ext cx="597877" cy="71638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671211" y="2729539"/>
            <a:ext cx="597877" cy="71638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Прямая со стрелкой 13"/>
          <p:cNvCxnSpPr>
            <a:stCxn id="8" idx="2"/>
          </p:cNvCxnSpPr>
          <p:nvPr/>
        </p:nvCxnSpPr>
        <p:spPr>
          <a:xfrm>
            <a:off x="1979559" y="4944208"/>
            <a:ext cx="1171982" cy="7251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3"/>
            <a:endCxn id="7" idx="1"/>
          </p:cNvCxnSpPr>
          <p:nvPr/>
        </p:nvCxnSpPr>
        <p:spPr>
          <a:xfrm>
            <a:off x="3456667" y="4596912"/>
            <a:ext cx="12818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Рисунок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136" y="3344466"/>
            <a:ext cx="4168351" cy="2907960"/>
          </a:xfrm>
          <a:prstGeom prst="rect">
            <a:avLst/>
          </a:prstGeom>
        </p:spPr>
      </p:pic>
      <p:sp>
        <p:nvSpPr>
          <p:cNvPr id="25" name="Скругленный прямоугольник 24"/>
          <p:cNvSpPr/>
          <p:nvPr/>
        </p:nvSpPr>
        <p:spPr>
          <a:xfrm>
            <a:off x="8203223" y="5669386"/>
            <a:ext cx="3217985" cy="124745"/>
          </a:xfrm>
          <a:prstGeom prst="round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11280531" y="4104892"/>
            <a:ext cx="123092" cy="1596260"/>
          </a:xfrm>
          <a:prstGeom prst="round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2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926387D-B55A-48BB-8DD8-25CC614A5499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p</a:t>
            </a:r>
            <a:r>
              <a:rPr lang="en-US" sz="4800" b="1" noProof="1" smtClean="0">
                <a:solidFill>
                  <a:srgbClr val="0070C0"/>
                </a:solidFill>
              </a:rPr>
              <a:t>ackage install qilish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1052417"/>
            <a:ext cx="7794381" cy="2965667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861646" y="2751992"/>
            <a:ext cx="6708531" cy="184639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403123" y="1960685"/>
            <a:ext cx="131885" cy="861646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621822" y="2936631"/>
            <a:ext cx="2913186" cy="49821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Terminalga yozish kerak</a:t>
            </a:r>
            <a:endParaRPr lang="en-US" sz="200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890113" y="4809391"/>
            <a:ext cx="4519979" cy="1732086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Endi python faylda packageni import qilib undan foydalanish mumkin</a:t>
            </a:r>
            <a:endParaRPr lang="en-US" sz="280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 flipV="1">
            <a:off x="4835769" y="4018084"/>
            <a:ext cx="1195754" cy="7913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48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3" y="-177554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       </a:t>
            </a:r>
            <a:endParaRPr lang="en-US" b="1" noProof="1">
              <a:solidFill>
                <a:srgbClr val="0070C0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2CD578D-A6E3-445E-9426-C5BB10479369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r</a:t>
            </a:r>
            <a:r>
              <a:rPr lang="en-US" sz="4800" b="1" noProof="1" smtClean="0">
                <a:solidFill>
                  <a:srgbClr val="0070C0"/>
                </a:solidFill>
              </a:rPr>
              <a:t>equest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34" y="944441"/>
            <a:ext cx="7810500" cy="3790950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923192" y="4053254"/>
            <a:ext cx="6682154" cy="96715"/>
          </a:xfrm>
          <a:prstGeom prst="round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517423" y="1855177"/>
            <a:ext cx="96715" cy="2329961"/>
          </a:xfrm>
          <a:prstGeom prst="roundRect">
            <a:avLst/>
          </a:prstGeom>
          <a:solidFill>
            <a:srgbClr val="2922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878330" y="2743200"/>
            <a:ext cx="2789062" cy="7737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 smtClean="0"/>
              <a:t>byte da natija jo’natadi</a:t>
            </a:r>
            <a:endParaRPr lang="en-US" sz="2000" noProof="1"/>
          </a:p>
        </p:txBody>
      </p:sp>
      <p:cxnSp>
        <p:nvCxnSpPr>
          <p:cNvPr id="12" name="Прямая со стрелкой 11"/>
          <p:cNvCxnSpPr>
            <a:stCxn id="10" idx="1"/>
          </p:cNvCxnSpPr>
          <p:nvPr/>
        </p:nvCxnSpPr>
        <p:spPr>
          <a:xfrm flipH="1">
            <a:off x="7710854" y="3130062"/>
            <a:ext cx="1167476" cy="2549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49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3" y="-177554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       </a:t>
            </a:r>
            <a:endParaRPr lang="en-US" b="1" noProof="1">
              <a:solidFill>
                <a:srgbClr val="FF0000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2CD578D-A6E3-445E-9426-C5BB10479369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 smtClean="0">
                <a:solidFill>
                  <a:srgbClr val="0070C0"/>
                </a:solidFill>
              </a:rPr>
              <a:t>pip haqida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03" y="1061602"/>
            <a:ext cx="10448192" cy="5485301"/>
          </a:xfrm>
          <a:prstGeom prst="rect">
            <a:avLst/>
          </a:prstGeom>
        </p:spPr>
      </p:pic>
      <p:sp>
        <p:nvSpPr>
          <p:cNvPr id="11" name="Скругленный прямоугольник 10"/>
          <p:cNvSpPr/>
          <p:nvPr/>
        </p:nvSpPr>
        <p:spPr>
          <a:xfrm>
            <a:off x="1046285" y="4273062"/>
            <a:ext cx="9407769" cy="149469"/>
          </a:xfrm>
          <a:prstGeom prst="round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10339754" y="1828800"/>
            <a:ext cx="123092" cy="2532185"/>
          </a:xfrm>
          <a:prstGeom prst="round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89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D02A5DA-4475-4988-8E08-C69F785CAB89}"/>
              </a:ext>
            </a:extLst>
          </p:cNvPr>
          <p:cNvSpPr txBox="1">
            <a:spLocks/>
          </p:cNvSpPr>
          <p:nvPr/>
        </p:nvSpPr>
        <p:spPr>
          <a:xfrm>
            <a:off x="293512" y="-575057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4431324" y="835269"/>
            <a:ext cx="3077308" cy="95836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requirements.txt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468314" y="3701561"/>
            <a:ext cx="2963010" cy="1336431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 smtClean="0"/>
              <a:t>Loyihamizdagi barcha packagelar nomini saqlaymiz</a:t>
            </a:r>
            <a:endParaRPr lang="en-US" sz="2400" noProof="1"/>
          </a:p>
        </p:txBody>
      </p:sp>
      <p:cxnSp>
        <p:nvCxnSpPr>
          <p:cNvPr id="8" name="Прямая со стрелкой 7"/>
          <p:cNvCxnSpPr>
            <a:stCxn id="3" idx="0"/>
          </p:cNvCxnSpPr>
          <p:nvPr/>
        </p:nvCxnSpPr>
        <p:spPr>
          <a:xfrm flipV="1">
            <a:off x="2949819" y="1793630"/>
            <a:ext cx="2158512" cy="19079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747" y="2617176"/>
            <a:ext cx="5838825" cy="3505200"/>
          </a:xfrm>
          <a:prstGeom prst="rect">
            <a:avLst/>
          </a:prstGeom>
        </p:spPr>
      </p:pic>
      <p:sp>
        <p:nvSpPr>
          <p:cNvPr id="10" name="Скругленный прямоугольник 9"/>
          <p:cNvSpPr/>
          <p:nvPr/>
        </p:nvSpPr>
        <p:spPr>
          <a:xfrm>
            <a:off x="7930662" y="5890846"/>
            <a:ext cx="1204546" cy="23153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002448" y="6001985"/>
            <a:ext cx="4053254" cy="65063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pip install –r requirements.txt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38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462" y="1011115"/>
            <a:ext cx="6953630" cy="4855552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2373924" y="545123"/>
            <a:ext cx="7420708" cy="132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Packagelarni birma-bir emas, shunchaki requirements.txt ni install qilganingda</a:t>
            </a:r>
            <a:endParaRPr lang="en-US" sz="320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5859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6839</TotalTime>
  <Words>82</Words>
  <Application>Microsoft Office PowerPoint</Application>
  <PresentationFormat>Широкоэкранный</PresentationFormat>
  <Paragraphs>28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Helvetica Neue Medium</vt:lpstr>
      <vt:lpstr>Тема Office</vt:lpstr>
      <vt:lpstr>Презентация PowerPoint</vt:lpstr>
      <vt:lpstr>                                 packagelar</vt:lpstr>
      <vt:lpstr>                           package managerlar</vt:lpstr>
      <vt:lpstr>                           package managerlar</vt:lpstr>
      <vt:lpstr>                           package managerlar</vt:lpstr>
      <vt:lpstr>                           package managerlar</vt:lpstr>
      <vt:lpstr>Презентация PowerPoint</vt:lpstr>
      <vt:lpstr>                          </vt:lpstr>
      <vt:lpstr>                         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372</cp:revision>
  <dcterms:created xsi:type="dcterms:W3CDTF">2021-01-26T11:27:43Z</dcterms:created>
  <dcterms:modified xsi:type="dcterms:W3CDTF">2021-06-22T05:51:08Z</dcterms:modified>
</cp:coreProperties>
</file>